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4"/>
  </p:sldMasterIdLst>
  <p:notesMasterIdLst>
    <p:notesMasterId r:id="rId15"/>
  </p:notesMasterIdLst>
  <p:handoutMasterIdLst>
    <p:handoutMasterId r:id="rId16"/>
  </p:handoutMasterIdLst>
  <p:sldIdLst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B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42D5E1-B465-72BD-7584-C9C06AF31D3D}" v="300" dt="2026-05-24T08:49:10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53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58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8AEA6-C91C-4F52-B504-A9A2C55C06F9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687AB0B-9BE4-4E12-B263-0008EDCAF78F}">
      <dgm:prSet/>
      <dgm:spPr/>
      <dgm:t>
        <a:bodyPr/>
        <a:lstStyle/>
        <a:p>
          <a:r>
            <a:rPr lang="en-US"/>
            <a:t>Item    Planned Choice</a:t>
          </a:r>
        </a:p>
      </dgm:t>
    </dgm:pt>
    <dgm:pt modelId="{49034776-D0AE-4EAA-BA7E-225DD5DFDBBD}" type="parTrans" cxnId="{53DC2E85-45DC-4D72-A428-894D04E6855E}">
      <dgm:prSet/>
      <dgm:spPr/>
      <dgm:t>
        <a:bodyPr/>
        <a:lstStyle/>
        <a:p>
          <a:endParaRPr lang="en-US"/>
        </a:p>
      </dgm:t>
    </dgm:pt>
    <dgm:pt modelId="{9CB696CA-34A4-4C79-BE76-875E3A85B80D}" type="sibTrans" cxnId="{53DC2E85-45DC-4D72-A428-894D04E6855E}">
      <dgm:prSet/>
      <dgm:spPr/>
      <dgm:t>
        <a:bodyPr/>
        <a:lstStyle/>
        <a:p>
          <a:endParaRPr lang="en-US"/>
        </a:p>
      </dgm:t>
    </dgm:pt>
    <dgm:pt modelId="{405A75BA-C502-4BDA-A543-48BD27626BFB}">
      <dgm:prSet/>
      <dgm:spPr/>
      <dgm:t>
        <a:bodyPr/>
        <a:lstStyle/>
        <a:p>
          <a:r>
            <a:rPr lang="en-US"/>
            <a:t>Cipher 1    AES-256-GCM</a:t>
          </a:r>
        </a:p>
      </dgm:t>
    </dgm:pt>
    <dgm:pt modelId="{4D3FA9F5-136A-4A9F-9DD8-7328627FFB69}" type="parTrans" cxnId="{9EB31D54-46AE-460D-97DF-60E1F3802B6B}">
      <dgm:prSet/>
      <dgm:spPr/>
      <dgm:t>
        <a:bodyPr/>
        <a:lstStyle/>
        <a:p>
          <a:endParaRPr lang="en-US"/>
        </a:p>
      </dgm:t>
    </dgm:pt>
    <dgm:pt modelId="{2132AEE6-6605-49D7-842C-14D20E674C71}" type="sibTrans" cxnId="{9EB31D54-46AE-460D-97DF-60E1F3802B6B}">
      <dgm:prSet/>
      <dgm:spPr/>
      <dgm:t>
        <a:bodyPr/>
        <a:lstStyle/>
        <a:p>
          <a:endParaRPr lang="en-US"/>
        </a:p>
      </dgm:t>
    </dgm:pt>
    <dgm:pt modelId="{B85F30AE-7017-43EC-A462-EC06E6EA8E6C}">
      <dgm:prSet/>
      <dgm:spPr/>
      <dgm:t>
        <a:bodyPr/>
        <a:lstStyle/>
        <a:p>
          <a:r>
            <a:rPr lang="en-US"/>
            <a:t>Cipher 2    ChaCha20-Poly1305</a:t>
          </a:r>
        </a:p>
      </dgm:t>
    </dgm:pt>
    <dgm:pt modelId="{34208FDB-7BE5-4FA5-9561-ABA5C6701EA5}" type="parTrans" cxnId="{497A55D2-6349-482F-8C33-69C04434E085}">
      <dgm:prSet/>
      <dgm:spPr/>
      <dgm:t>
        <a:bodyPr/>
        <a:lstStyle/>
        <a:p>
          <a:endParaRPr lang="en-US"/>
        </a:p>
      </dgm:t>
    </dgm:pt>
    <dgm:pt modelId="{E7D51930-2A54-4FA8-AB5D-1E7F303EF4DD}" type="sibTrans" cxnId="{497A55D2-6349-482F-8C33-69C04434E085}">
      <dgm:prSet/>
      <dgm:spPr/>
      <dgm:t>
        <a:bodyPr/>
        <a:lstStyle/>
        <a:p>
          <a:endParaRPr lang="en-US"/>
        </a:p>
      </dgm:t>
    </dgm:pt>
    <dgm:pt modelId="{DD4A9320-C0DF-4675-9F07-0BF42AA35DAF}">
      <dgm:prSet/>
      <dgm:spPr/>
      <dgm:t>
        <a:bodyPr/>
        <a:lstStyle/>
        <a:p>
          <a:r>
            <a:rPr lang="en-US"/>
            <a:t>Key Exchange    Diffie-Hellman</a:t>
          </a:r>
        </a:p>
      </dgm:t>
    </dgm:pt>
    <dgm:pt modelId="{F46D590F-53AC-4A9C-8C8B-AF0ED7C44D99}" type="parTrans" cxnId="{A0CEE809-32E2-4F78-8538-9DD32D1D911F}">
      <dgm:prSet/>
      <dgm:spPr/>
      <dgm:t>
        <a:bodyPr/>
        <a:lstStyle/>
        <a:p>
          <a:endParaRPr lang="en-US"/>
        </a:p>
      </dgm:t>
    </dgm:pt>
    <dgm:pt modelId="{EA049B6A-6420-499E-85D2-C08BD3C42EAD}" type="sibTrans" cxnId="{A0CEE809-32E2-4F78-8538-9DD32D1D911F}">
      <dgm:prSet/>
      <dgm:spPr/>
      <dgm:t>
        <a:bodyPr/>
        <a:lstStyle/>
        <a:p>
          <a:endParaRPr lang="en-US"/>
        </a:p>
      </dgm:t>
    </dgm:pt>
    <dgm:pt modelId="{33F0F361-E590-4BA5-8196-C3D377859E77}">
      <dgm:prSet/>
      <dgm:spPr/>
      <dgm:t>
        <a:bodyPr/>
        <a:lstStyle/>
        <a:p>
          <a:r>
            <a:rPr lang="en-US"/>
            <a:t>Integrity    Built-in (GCM/Poly1305)</a:t>
          </a:r>
        </a:p>
      </dgm:t>
    </dgm:pt>
    <dgm:pt modelId="{9D658A2C-8025-4311-A468-5B0CD81728DF}" type="parTrans" cxnId="{B5557357-5D10-4A3A-A688-0F915EED2302}">
      <dgm:prSet/>
      <dgm:spPr/>
      <dgm:t>
        <a:bodyPr/>
        <a:lstStyle/>
        <a:p>
          <a:endParaRPr lang="en-US"/>
        </a:p>
      </dgm:t>
    </dgm:pt>
    <dgm:pt modelId="{FB51EF9B-B14E-4444-BC36-4DA709381D48}" type="sibTrans" cxnId="{B5557357-5D10-4A3A-A688-0F915EED2302}">
      <dgm:prSet/>
      <dgm:spPr/>
      <dgm:t>
        <a:bodyPr/>
        <a:lstStyle/>
        <a:p>
          <a:endParaRPr lang="en-US"/>
        </a:p>
      </dgm:t>
    </dgm:pt>
    <dgm:pt modelId="{DE5D5D63-F637-4E3B-A7A9-E04FBE7959E8}" type="pres">
      <dgm:prSet presAssocID="{0CD8AEA6-C91C-4F52-B504-A9A2C55C06F9}" presName="linear" presStyleCnt="0">
        <dgm:presLayoutVars>
          <dgm:animLvl val="lvl"/>
          <dgm:resizeHandles val="exact"/>
        </dgm:presLayoutVars>
      </dgm:prSet>
      <dgm:spPr/>
    </dgm:pt>
    <dgm:pt modelId="{C95F703F-B2BD-45E8-B93E-03D0E4D5921F}" type="pres">
      <dgm:prSet presAssocID="{5687AB0B-9BE4-4E12-B263-0008EDCAF78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97440F8-00ED-48B1-8FA9-A23EE295A2DD}" type="pres">
      <dgm:prSet presAssocID="{9CB696CA-34A4-4C79-BE76-875E3A85B80D}" presName="spacer" presStyleCnt="0"/>
      <dgm:spPr/>
    </dgm:pt>
    <dgm:pt modelId="{028F02D8-182A-45EA-BEFF-E789A8609590}" type="pres">
      <dgm:prSet presAssocID="{405A75BA-C502-4BDA-A543-48BD27626BF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89308CA-8F9A-4169-984F-E4B0651BFB4F}" type="pres">
      <dgm:prSet presAssocID="{2132AEE6-6605-49D7-842C-14D20E674C71}" presName="spacer" presStyleCnt="0"/>
      <dgm:spPr/>
    </dgm:pt>
    <dgm:pt modelId="{C9F9D9F4-2617-4D6C-9C7F-45EAA01366D3}" type="pres">
      <dgm:prSet presAssocID="{B85F30AE-7017-43EC-A462-EC06E6EA8E6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41A650D-78EA-482A-B5A3-CAE248258FC7}" type="pres">
      <dgm:prSet presAssocID="{E7D51930-2A54-4FA8-AB5D-1E7F303EF4DD}" presName="spacer" presStyleCnt="0"/>
      <dgm:spPr/>
    </dgm:pt>
    <dgm:pt modelId="{647584CF-9174-4357-A098-E8C609FF616E}" type="pres">
      <dgm:prSet presAssocID="{DD4A9320-C0DF-4675-9F07-0BF42AA35DA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720561B-3697-43A5-A0ED-A293DF54CB9C}" type="pres">
      <dgm:prSet presAssocID="{EA049B6A-6420-499E-85D2-C08BD3C42EAD}" presName="spacer" presStyleCnt="0"/>
      <dgm:spPr/>
    </dgm:pt>
    <dgm:pt modelId="{9D175347-318A-4201-AA28-0D87E003B579}" type="pres">
      <dgm:prSet presAssocID="{33F0F361-E590-4BA5-8196-C3D377859E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0CEE809-32E2-4F78-8538-9DD32D1D911F}" srcId="{0CD8AEA6-C91C-4F52-B504-A9A2C55C06F9}" destId="{DD4A9320-C0DF-4675-9F07-0BF42AA35DAF}" srcOrd="3" destOrd="0" parTransId="{F46D590F-53AC-4A9C-8C8B-AF0ED7C44D99}" sibTransId="{EA049B6A-6420-499E-85D2-C08BD3C42EAD}"/>
    <dgm:cxn modelId="{0132260A-23D0-4CD7-A9C6-3C92595DED7D}" type="presOf" srcId="{B85F30AE-7017-43EC-A462-EC06E6EA8E6C}" destId="{C9F9D9F4-2617-4D6C-9C7F-45EAA01366D3}" srcOrd="0" destOrd="0" presId="urn:microsoft.com/office/officeart/2005/8/layout/vList2"/>
    <dgm:cxn modelId="{61857743-6A8B-47FD-A1BD-17BCD08550DD}" type="presOf" srcId="{405A75BA-C502-4BDA-A543-48BD27626BFB}" destId="{028F02D8-182A-45EA-BEFF-E789A8609590}" srcOrd="0" destOrd="0" presId="urn:microsoft.com/office/officeart/2005/8/layout/vList2"/>
    <dgm:cxn modelId="{9EB31D54-46AE-460D-97DF-60E1F3802B6B}" srcId="{0CD8AEA6-C91C-4F52-B504-A9A2C55C06F9}" destId="{405A75BA-C502-4BDA-A543-48BD27626BFB}" srcOrd="1" destOrd="0" parTransId="{4D3FA9F5-136A-4A9F-9DD8-7328627FFB69}" sibTransId="{2132AEE6-6605-49D7-842C-14D20E674C71}"/>
    <dgm:cxn modelId="{B5557357-5D10-4A3A-A688-0F915EED2302}" srcId="{0CD8AEA6-C91C-4F52-B504-A9A2C55C06F9}" destId="{33F0F361-E590-4BA5-8196-C3D377859E77}" srcOrd="4" destOrd="0" parTransId="{9D658A2C-8025-4311-A468-5B0CD81728DF}" sibTransId="{FB51EF9B-B14E-4444-BC36-4DA709381D48}"/>
    <dgm:cxn modelId="{EB49837E-54B7-4B9B-B209-6E7492801D0F}" type="presOf" srcId="{0CD8AEA6-C91C-4F52-B504-A9A2C55C06F9}" destId="{DE5D5D63-F637-4E3B-A7A9-E04FBE7959E8}" srcOrd="0" destOrd="0" presId="urn:microsoft.com/office/officeart/2005/8/layout/vList2"/>
    <dgm:cxn modelId="{53DC2E85-45DC-4D72-A428-894D04E6855E}" srcId="{0CD8AEA6-C91C-4F52-B504-A9A2C55C06F9}" destId="{5687AB0B-9BE4-4E12-B263-0008EDCAF78F}" srcOrd="0" destOrd="0" parTransId="{49034776-D0AE-4EAA-BA7E-225DD5DFDBBD}" sibTransId="{9CB696CA-34A4-4C79-BE76-875E3A85B80D}"/>
    <dgm:cxn modelId="{E98271B6-B8F0-4902-ACD9-D0EF7D47CA15}" type="presOf" srcId="{33F0F361-E590-4BA5-8196-C3D377859E77}" destId="{9D175347-318A-4201-AA28-0D87E003B579}" srcOrd="0" destOrd="0" presId="urn:microsoft.com/office/officeart/2005/8/layout/vList2"/>
    <dgm:cxn modelId="{497A55D2-6349-482F-8C33-69C04434E085}" srcId="{0CD8AEA6-C91C-4F52-B504-A9A2C55C06F9}" destId="{B85F30AE-7017-43EC-A462-EC06E6EA8E6C}" srcOrd="2" destOrd="0" parTransId="{34208FDB-7BE5-4FA5-9561-ABA5C6701EA5}" sibTransId="{E7D51930-2A54-4FA8-AB5D-1E7F303EF4DD}"/>
    <dgm:cxn modelId="{1238A0DB-D444-49A5-A717-EAF038FD0C8D}" type="presOf" srcId="{5687AB0B-9BE4-4E12-B263-0008EDCAF78F}" destId="{C95F703F-B2BD-45E8-B93E-03D0E4D5921F}" srcOrd="0" destOrd="0" presId="urn:microsoft.com/office/officeart/2005/8/layout/vList2"/>
    <dgm:cxn modelId="{5C725AE3-811E-40F9-8904-FCCE382DA455}" type="presOf" srcId="{DD4A9320-C0DF-4675-9F07-0BF42AA35DAF}" destId="{647584CF-9174-4357-A098-E8C609FF616E}" srcOrd="0" destOrd="0" presId="urn:microsoft.com/office/officeart/2005/8/layout/vList2"/>
    <dgm:cxn modelId="{5417CDB3-FC7F-458A-BF0C-1D20A5C43D93}" type="presParOf" srcId="{DE5D5D63-F637-4E3B-A7A9-E04FBE7959E8}" destId="{C95F703F-B2BD-45E8-B93E-03D0E4D5921F}" srcOrd="0" destOrd="0" presId="urn:microsoft.com/office/officeart/2005/8/layout/vList2"/>
    <dgm:cxn modelId="{B97520FA-AC23-4DE5-9054-74D3AC6A2BA9}" type="presParOf" srcId="{DE5D5D63-F637-4E3B-A7A9-E04FBE7959E8}" destId="{697440F8-00ED-48B1-8FA9-A23EE295A2DD}" srcOrd="1" destOrd="0" presId="urn:microsoft.com/office/officeart/2005/8/layout/vList2"/>
    <dgm:cxn modelId="{EF5CF832-7A3B-4BDE-BE87-06AA574F8F27}" type="presParOf" srcId="{DE5D5D63-F637-4E3B-A7A9-E04FBE7959E8}" destId="{028F02D8-182A-45EA-BEFF-E789A8609590}" srcOrd="2" destOrd="0" presId="urn:microsoft.com/office/officeart/2005/8/layout/vList2"/>
    <dgm:cxn modelId="{8C7B0A17-03A5-47EB-BA5E-0739F4ADEA6A}" type="presParOf" srcId="{DE5D5D63-F637-4E3B-A7A9-E04FBE7959E8}" destId="{889308CA-8F9A-4169-984F-E4B0651BFB4F}" srcOrd="3" destOrd="0" presId="urn:microsoft.com/office/officeart/2005/8/layout/vList2"/>
    <dgm:cxn modelId="{1B332C2A-3863-44C2-8068-52425AE5EE92}" type="presParOf" srcId="{DE5D5D63-F637-4E3B-A7A9-E04FBE7959E8}" destId="{C9F9D9F4-2617-4D6C-9C7F-45EAA01366D3}" srcOrd="4" destOrd="0" presId="urn:microsoft.com/office/officeart/2005/8/layout/vList2"/>
    <dgm:cxn modelId="{E242C9B6-EB7C-4C40-AEA5-0A7E2D212388}" type="presParOf" srcId="{DE5D5D63-F637-4E3B-A7A9-E04FBE7959E8}" destId="{341A650D-78EA-482A-B5A3-CAE248258FC7}" srcOrd="5" destOrd="0" presId="urn:microsoft.com/office/officeart/2005/8/layout/vList2"/>
    <dgm:cxn modelId="{1CD2F751-8BFB-48D8-A6EB-D00100E97B69}" type="presParOf" srcId="{DE5D5D63-F637-4E3B-A7A9-E04FBE7959E8}" destId="{647584CF-9174-4357-A098-E8C609FF616E}" srcOrd="6" destOrd="0" presId="urn:microsoft.com/office/officeart/2005/8/layout/vList2"/>
    <dgm:cxn modelId="{2A7A1703-8C7C-482B-BB01-B78A0FD1006F}" type="presParOf" srcId="{DE5D5D63-F637-4E3B-A7A9-E04FBE7959E8}" destId="{B720561B-3697-43A5-A0ED-A293DF54CB9C}" srcOrd="7" destOrd="0" presId="urn:microsoft.com/office/officeart/2005/8/layout/vList2"/>
    <dgm:cxn modelId="{AD6BBB5D-5070-4C3E-B794-D991E325AD2C}" type="presParOf" srcId="{DE5D5D63-F637-4E3B-A7A9-E04FBE7959E8}" destId="{9D175347-318A-4201-AA28-0D87E003B57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5FB6B4-49E7-4CA6-8615-60B0A9A047E7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0425E0A-E3CB-4744-BE54-1FF3A6419EED}">
      <dgm:prSet/>
      <dgm:spPr/>
      <dgm:t>
        <a:bodyPr/>
        <a:lstStyle/>
        <a:p>
          <a:r>
            <a:rPr lang="en-US"/>
            <a:t>Secure: TLS 1.3 only, strong ciphers, HSTS on</a:t>
          </a:r>
        </a:p>
      </dgm:t>
    </dgm:pt>
    <dgm:pt modelId="{312E76FD-ADB2-4272-B649-A33B078C949C}" type="parTrans" cxnId="{0E564250-DABF-4B58-A0E4-D7CCA1CF3A5D}">
      <dgm:prSet/>
      <dgm:spPr/>
      <dgm:t>
        <a:bodyPr/>
        <a:lstStyle/>
        <a:p>
          <a:endParaRPr lang="en-US"/>
        </a:p>
      </dgm:t>
    </dgm:pt>
    <dgm:pt modelId="{E9476E84-81E9-42A3-A222-7779A8B7E26E}" type="sibTrans" cxnId="{0E564250-DABF-4B58-A0E4-D7CCA1CF3A5D}">
      <dgm:prSet/>
      <dgm:spPr/>
      <dgm:t>
        <a:bodyPr/>
        <a:lstStyle/>
        <a:p>
          <a:endParaRPr lang="en-US"/>
        </a:p>
      </dgm:t>
    </dgm:pt>
    <dgm:pt modelId="{C7F6EF26-2EBB-4891-A774-819782BE9AC8}">
      <dgm:prSet/>
      <dgm:spPr/>
      <dgm:t>
        <a:bodyPr/>
        <a:lstStyle/>
        <a:p>
          <a:r>
            <a:rPr lang="en-US"/>
            <a:t>Insecure: TLS 1.0 + 1.1, weak ciphers (3DES/RC4), HSTS off</a:t>
          </a:r>
        </a:p>
      </dgm:t>
    </dgm:pt>
    <dgm:pt modelId="{8417CFC3-CF19-4346-9D5D-C34A4F8A6ED6}" type="parTrans" cxnId="{27C90116-0DF8-476A-8733-50DE827C1391}">
      <dgm:prSet/>
      <dgm:spPr/>
      <dgm:t>
        <a:bodyPr/>
        <a:lstStyle/>
        <a:p>
          <a:endParaRPr lang="en-US"/>
        </a:p>
      </dgm:t>
    </dgm:pt>
    <dgm:pt modelId="{666D591C-A133-4379-BAD5-8F5CF16E73D6}" type="sibTrans" cxnId="{27C90116-0DF8-476A-8733-50DE827C1391}">
      <dgm:prSet/>
      <dgm:spPr/>
      <dgm:t>
        <a:bodyPr/>
        <a:lstStyle/>
        <a:p>
          <a:endParaRPr lang="en-US"/>
        </a:p>
      </dgm:t>
    </dgm:pt>
    <dgm:pt modelId="{D98050FC-1E6B-479B-83B5-6F23978F00C2}" type="pres">
      <dgm:prSet presAssocID="{DB5FB6B4-49E7-4CA6-8615-60B0A9A047E7}" presName="root" presStyleCnt="0">
        <dgm:presLayoutVars>
          <dgm:dir/>
          <dgm:resizeHandles val="exact"/>
        </dgm:presLayoutVars>
      </dgm:prSet>
      <dgm:spPr/>
    </dgm:pt>
    <dgm:pt modelId="{5E99D2CC-C6C0-4EE9-B359-09C26970CF0E}" type="pres">
      <dgm:prSet presAssocID="{50425E0A-E3CB-4744-BE54-1FF3A6419EED}" presName="compNode" presStyleCnt="0"/>
      <dgm:spPr/>
    </dgm:pt>
    <dgm:pt modelId="{CA28B70A-B488-40BA-8853-F5B137CAA994}" type="pres">
      <dgm:prSet presAssocID="{50425E0A-E3CB-4744-BE54-1FF3A6419EE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639B5EA-363A-42E8-BFEB-47D732BDF791}" type="pres">
      <dgm:prSet presAssocID="{50425E0A-E3CB-4744-BE54-1FF3A6419EED}" presName="spaceRect" presStyleCnt="0"/>
      <dgm:spPr/>
    </dgm:pt>
    <dgm:pt modelId="{D9A3E11C-C6B6-4133-AFB3-DA1EE10BBBC3}" type="pres">
      <dgm:prSet presAssocID="{50425E0A-E3CB-4744-BE54-1FF3A6419EED}" presName="textRect" presStyleLbl="revTx" presStyleIdx="0" presStyleCnt="2">
        <dgm:presLayoutVars>
          <dgm:chMax val="1"/>
          <dgm:chPref val="1"/>
        </dgm:presLayoutVars>
      </dgm:prSet>
      <dgm:spPr/>
    </dgm:pt>
    <dgm:pt modelId="{B1D6AF41-CB94-45B8-9317-C4EAD131FA07}" type="pres">
      <dgm:prSet presAssocID="{E9476E84-81E9-42A3-A222-7779A8B7E26E}" presName="sibTrans" presStyleCnt="0"/>
      <dgm:spPr/>
    </dgm:pt>
    <dgm:pt modelId="{071003ED-AE72-485B-BC02-4CBB59C03F3A}" type="pres">
      <dgm:prSet presAssocID="{C7F6EF26-2EBB-4891-A774-819782BE9AC8}" presName="compNode" presStyleCnt="0"/>
      <dgm:spPr/>
    </dgm:pt>
    <dgm:pt modelId="{CDC80025-04F5-45B2-8256-971ADF7410A8}" type="pres">
      <dgm:prSet presAssocID="{C7F6EF26-2EBB-4891-A774-819782BE9AC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8F2BD7D-9294-40C4-B73E-0250F5F0A03B}" type="pres">
      <dgm:prSet presAssocID="{C7F6EF26-2EBB-4891-A774-819782BE9AC8}" presName="spaceRect" presStyleCnt="0"/>
      <dgm:spPr/>
    </dgm:pt>
    <dgm:pt modelId="{17C232E2-9883-420A-B4D5-B8A57160C80A}" type="pres">
      <dgm:prSet presAssocID="{C7F6EF26-2EBB-4891-A774-819782BE9AC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7C90116-0DF8-476A-8733-50DE827C1391}" srcId="{DB5FB6B4-49E7-4CA6-8615-60B0A9A047E7}" destId="{C7F6EF26-2EBB-4891-A774-819782BE9AC8}" srcOrd="1" destOrd="0" parTransId="{8417CFC3-CF19-4346-9D5D-C34A4F8A6ED6}" sibTransId="{666D591C-A133-4379-BAD5-8F5CF16E73D6}"/>
    <dgm:cxn modelId="{CDB1F026-A1C9-4E04-A82E-0B1CFF9460AE}" type="presOf" srcId="{C7F6EF26-2EBB-4891-A774-819782BE9AC8}" destId="{17C232E2-9883-420A-B4D5-B8A57160C80A}" srcOrd="0" destOrd="0" presId="urn:microsoft.com/office/officeart/2018/2/layout/IconLabelList"/>
    <dgm:cxn modelId="{D792B536-8673-4860-8E65-5E0E6F20D3E1}" type="presOf" srcId="{50425E0A-E3CB-4744-BE54-1FF3A6419EED}" destId="{D9A3E11C-C6B6-4133-AFB3-DA1EE10BBBC3}" srcOrd="0" destOrd="0" presId="urn:microsoft.com/office/officeart/2018/2/layout/IconLabelList"/>
    <dgm:cxn modelId="{0E564250-DABF-4B58-A0E4-D7CCA1CF3A5D}" srcId="{DB5FB6B4-49E7-4CA6-8615-60B0A9A047E7}" destId="{50425E0A-E3CB-4744-BE54-1FF3A6419EED}" srcOrd="0" destOrd="0" parTransId="{312E76FD-ADB2-4272-B649-A33B078C949C}" sibTransId="{E9476E84-81E9-42A3-A222-7779A8B7E26E}"/>
    <dgm:cxn modelId="{55ABEC55-8002-48C4-89F9-35C8249A0BAA}" type="presOf" srcId="{DB5FB6B4-49E7-4CA6-8615-60B0A9A047E7}" destId="{D98050FC-1E6B-479B-83B5-6F23978F00C2}" srcOrd="0" destOrd="0" presId="urn:microsoft.com/office/officeart/2018/2/layout/IconLabelList"/>
    <dgm:cxn modelId="{113F1CFB-E9D2-40DA-9248-596F1733A105}" type="presParOf" srcId="{D98050FC-1E6B-479B-83B5-6F23978F00C2}" destId="{5E99D2CC-C6C0-4EE9-B359-09C26970CF0E}" srcOrd="0" destOrd="0" presId="urn:microsoft.com/office/officeart/2018/2/layout/IconLabelList"/>
    <dgm:cxn modelId="{9C65593E-F17B-4324-9DD2-0EAFC4B3BDD2}" type="presParOf" srcId="{5E99D2CC-C6C0-4EE9-B359-09C26970CF0E}" destId="{CA28B70A-B488-40BA-8853-F5B137CAA994}" srcOrd="0" destOrd="0" presId="urn:microsoft.com/office/officeart/2018/2/layout/IconLabelList"/>
    <dgm:cxn modelId="{EB767CF1-F9FA-4A94-A19A-98158B2425FE}" type="presParOf" srcId="{5E99D2CC-C6C0-4EE9-B359-09C26970CF0E}" destId="{4639B5EA-363A-42E8-BFEB-47D732BDF791}" srcOrd="1" destOrd="0" presId="urn:microsoft.com/office/officeart/2018/2/layout/IconLabelList"/>
    <dgm:cxn modelId="{D4535B63-D803-4EBC-8267-5DEE74FE8616}" type="presParOf" srcId="{5E99D2CC-C6C0-4EE9-B359-09C26970CF0E}" destId="{D9A3E11C-C6B6-4133-AFB3-DA1EE10BBBC3}" srcOrd="2" destOrd="0" presId="urn:microsoft.com/office/officeart/2018/2/layout/IconLabelList"/>
    <dgm:cxn modelId="{26B69E92-5CEC-42CD-9304-45EB2B579BA8}" type="presParOf" srcId="{D98050FC-1E6B-479B-83B5-6F23978F00C2}" destId="{B1D6AF41-CB94-45B8-9317-C4EAD131FA07}" srcOrd="1" destOrd="0" presId="urn:microsoft.com/office/officeart/2018/2/layout/IconLabelList"/>
    <dgm:cxn modelId="{805001A6-ED2A-4B48-9B0B-B5A8B5233702}" type="presParOf" srcId="{D98050FC-1E6B-479B-83B5-6F23978F00C2}" destId="{071003ED-AE72-485B-BC02-4CBB59C03F3A}" srcOrd="2" destOrd="0" presId="urn:microsoft.com/office/officeart/2018/2/layout/IconLabelList"/>
    <dgm:cxn modelId="{FAEF1D34-6CB7-4CDF-A96A-CDC6CB21152E}" type="presParOf" srcId="{071003ED-AE72-485B-BC02-4CBB59C03F3A}" destId="{CDC80025-04F5-45B2-8256-971ADF7410A8}" srcOrd="0" destOrd="0" presId="urn:microsoft.com/office/officeart/2018/2/layout/IconLabelList"/>
    <dgm:cxn modelId="{D27A4389-AB96-4069-AAA3-A435978ECA65}" type="presParOf" srcId="{071003ED-AE72-485B-BC02-4CBB59C03F3A}" destId="{28F2BD7D-9294-40C4-B73E-0250F5F0A03B}" srcOrd="1" destOrd="0" presId="urn:microsoft.com/office/officeart/2018/2/layout/IconLabelList"/>
    <dgm:cxn modelId="{5E83D27A-FA2D-4E6C-9597-E3554E5E3785}" type="presParOf" srcId="{071003ED-AE72-485B-BC02-4CBB59C03F3A}" destId="{17C232E2-9883-420A-B4D5-B8A57160C8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40DF71-46D2-414B-A53C-648607AF46B4}" type="doc">
      <dgm:prSet loTypeId="urn:microsoft.com/office/officeart/2018/2/layout/IconCircle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9890046-A8EF-43AD-B64C-02F77E0B61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HTTPS connection    Firefox / Lynx</a:t>
          </a:r>
        </a:p>
      </dgm:t>
    </dgm:pt>
    <dgm:pt modelId="{977FC3FB-FF31-4331-A387-9CFFA6C69325}" type="parTrans" cxnId="{B0AFA06A-122A-4899-A8A3-AE05502C4467}">
      <dgm:prSet/>
      <dgm:spPr/>
      <dgm:t>
        <a:bodyPr/>
        <a:lstStyle/>
        <a:p>
          <a:endParaRPr lang="en-US"/>
        </a:p>
      </dgm:t>
    </dgm:pt>
    <dgm:pt modelId="{29BE6163-B1C6-423C-BE40-02A572B0BF0D}" type="sibTrans" cxnId="{B0AFA06A-122A-4899-A8A3-AE05502C44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33CB012-D413-47E5-8A4C-AC75E7F544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Cipher check    openssl s_client</a:t>
          </a:r>
        </a:p>
      </dgm:t>
    </dgm:pt>
    <dgm:pt modelId="{9DC65309-5284-4939-828C-87188B05DA30}" type="parTrans" cxnId="{5DF48DEB-7F47-46F6-B78A-852A3B0D20C2}">
      <dgm:prSet/>
      <dgm:spPr/>
      <dgm:t>
        <a:bodyPr/>
        <a:lstStyle/>
        <a:p>
          <a:endParaRPr lang="en-US"/>
        </a:p>
      </dgm:t>
    </dgm:pt>
    <dgm:pt modelId="{F86036DC-3EB8-430E-8BCE-F195D731020B}" type="sibTrans" cxnId="{5DF48DEB-7F47-46F6-B78A-852A3B0D20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993E2E-3B80-4E6B-96F6-7A4AC66C98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Packet capture    Wireshark</a:t>
          </a:r>
        </a:p>
      </dgm:t>
    </dgm:pt>
    <dgm:pt modelId="{6B994906-92CA-4700-8CA1-BA2160E47079}" type="parTrans" cxnId="{2FDA8F85-153A-4728-8B31-5112F376F88F}">
      <dgm:prSet/>
      <dgm:spPr/>
      <dgm:t>
        <a:bodyPr/>
        <a:lstStyle/>
        <a:p>
          <a:endParaRPr lang="en-US"/>
        </a:p>
      </dgm:t>
    </dgm:pt>
    <dgm:pt modelId="{9A2B40ED-485C-486C-A1C2-EF925439B903}" type="sibTrans" cxnId="{2FDA8F85-153A-4728-8B31-5112F376F8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573A2A-548C-4738-84D1-5EA5F61389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Vuln scan (optional)    testssl.sh</a:t>
          </a:r>
        </a:p>
      </dgm:t>
    </dgm:pt>
    <dgm:pt modelId="{37BA2C17-3720-44F7-A46E-B61349541AC2}" type="parTrans" cxnId="{4C78FE2D-0A30-4DCF-8850-E1B209EE6AF0}">
      <dgm:prSet/>
      <dgm:spPr/>
      <dgm:t>
        <a:bodyPr/>
        <a:lstStyle/>
        <a:p>
          <a:endParaRPr lang="en-US"/>
        </a:p>
      </dgm:t>
    </dgm:pt>
    <dgm:pt modelId="{B17541F2-A173-4DDE-8423-64243D1C443A}" type="sibTrans" cxnId="{4C78FE2D-0A30-4DCF-8850-E1B209EE6AF0}">
      <dgm:prSet/>
      <dgm:spPr/>
      <dgm:t>
        <a:bodyPr/>
        <a:lstStyle/>
        <a:p>
          <a:endParaRPr lang="en-US"/>
        </a:p>
      </dgm:t>
    </dgm:pt>
    <dgm:pt modelId="{CEACC095-4160-4A4D-8678-4A4BB869E9F4}" type="pres">
      <dgm:prSet presAssocID="{BC40DF71-46D2-414B-A53C-648607AF46B4}" presName="root" presStyleCnt="0">
        <dgm:presLayoutVars>
          <dgm:dir/>
          <dgm:resizeHandles val="exact"/>
        </dgm:presLayoutVars>
      </dgm:prSet>
      <dgm:spPr/>
    </dgm:pt>
    <dgm:pt modelId="{98973EFC-7444-48C4-AF21-6C1DE4F2C05B}" type="pres">
      <dgm:prSet presAssocID="{BC40DF71-46D2-414B-A53C-648607AF46B4}" presName="container" presStyleCnt="0">
        <dgm:presLayoutVars>
          <dgm:dir/>
          <dgm:resizeHandles val="exact"/>
        </dgm:presLayoutVars>
      </dgm:prSet>
      <dgm:spPr/>
    </dgm:pt>
    <dgm:pt modelId="{75E44EEB-EE82-489F-A6F1-4CA7701EE671}" type="pres">
      <dgm:prSet presAssocID="{B9890046-A8EF-43AD-B64C-02F77E0B61E2}" presName="compNode" presStyleCnt="0"/>
      <dgm:spPr/>
    </dgm:pt>
    <dgm:pt modelId="{C1D9D84E-D98F-4E6E-8BD1-4FC8A6D01993}" type="pres">
      <dgm:prSet presAssocID="{B9890046-A8EF-43AD-B64C-02F77E0B61E2}" presName="iconBgRect" presStyleLbl="bgShp" presStyleIdx="0" presStyleCnt="4"/>
      <dgm:spPr/>
    </dgm:pt>
    <dgm:pt modelId="{F42B6005-9757-4D12-B3CD-BDA1FF4E1B0F}" type="pres">
      <dgm:prSet presAssocID="{B9890046-A8EF-43AD-B64C-02F77E0B61E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B1892D7-DBBC-4EC6-8B62-A88884BAB451}" type="pres">
      <dgm:prSet presAssocID="{B9890046-A8EF-43AD-B64C-02F77E0B61E2}" presName="spaceRect" presStyleCnt="0"/>
      <dgm:spPr/>
    </dgm:pt>
    <dgm:pt modelId="{1B74CBD3-CC1F-4A9A-8223-09183E58C05B}" type="pres">
      <dgm:prSet presAssocID="{B9890046-A8EF-43AD-B64C-02F77E0B61E2}" presName="textRect" presStyleLbl="revTx" presStyleIdx="0" presStyleCnt="4">
        <dgm:presLayoutVars>
          <dgm:chMax val="1"/>
          <dgm:chPref val="1"/>
        </dgm:presLayoutVars>
      </dgm:prSet>
      <dgm:spPr/>
    </dgm:pt>
    <dgm:pt modelId="{09ED543D-44AF-4C54-9627-AF749009B860}" type="pres">
      <dgm:prSet presAssocID="{29BE6163-B1C6-423C-BE40-02A572B0BF0D}" presName="sibTrans" presStyleLbl="sibTrans2D1" presStyleIdx="0" presStyleCnt="0"/>
      <dgm:spPr/>
    </dgm:pt>
    <dgm:pt modelId="{5A08BF3C-D02E-4C65-AA4B-004E86F64428}" type="pres">
      <dgm:prSet presAssocID="{A33CB012-D413-47E5-8A4C-AC75E7F54478}" presName="compNode" presStyleCnt="0"/>
      <dgm:spPr/>
    </dgm:pt>
    <dgm:pt modelId="{75637B76-207B-4299-8572-65E8D884214F}" type="pres">
      <dgm:prSet presAssocID="{A33CB012-D413-47E5-8A4C-AC75E7F54478}" presName="iconBgRect" presStyleLbl="bgShp" presStyleIdx="1" presStyleCnt="4"/>
      <dgm:spPr/>
    </dgm:pt>
    <dgm:pt modelId="{9E207F22-20F1-43AF-9353-66131BEB2259}" type="pres">
      <dgm:prSet presAssocID="{A33CB012-D413-47E5-8A4C-AC75E7F5447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553B1D2-07F6-4C07-B8BB-DB3F21777B69}" type="pres">
      <dgm:prSet presAssocID="{A33CB012-D413-47E5-8A4C-AC75E7F54478}" presName="spaceRect" presStyleCnt="0"/>
      <dgm:spPr/>
    </dgm:pt>
    <dgm:pt modelId="{ED33738B-4EB3-4B20-BF5E-54868AA49546}" type="pres">
      <dgm:prSet presAssocID="{A33CB012-D413-47E5-8A4C-AC75E7F54478}" presName="textRect" presStyleLbl="revTx" presStyleIdx="1" presStyleCnt="4">
        <dgm:presLayoutVars>
          <dgm:chMax val="1"/>
          <dgm:chPref val="1"/>
        </dgm:presLayoutVars>
      </dgm:prSet>
      <dgm:spPr/>
    </dgm:pt>
    <dgm:pt modelId="{C539CB81-B43C-4842-AC07-E24A2D397CC9}" type="pres">
      <dgm:prSet presAssocID="{F86036DC-3EB8-430E-8BCE-F195D731020B}" presName="sibTrans" presStyleLbl="sibTrans2D1" presStyleIdx="0" presStyleCnt="0"/>
      <dgm:spPr/>
    </dgm:pt>
    <dgm:pt modelId="{9B777F15-22F8-4916-ACE1-9564960C74AA}" type="pres">
      <dgm:prSet presAssocID="{CD993E2E-3B80-4E6B-96F6-7A4AC66C986A}" presName="compNode" presStyleCnt="0"/>
      <dgm:spPr/>
    </dgm:pt>
    <dgm:pt modelId="{A43FA52A-314B-46DC-AAF1-D54CD84FE07F}" type="pres">
      <dgm:prSet presAssocID="{CD993E2E-3B80-4E6B-96F6-7A4AC66C986A}" presName="iconBgRect" presStyleLbl="bgShp" presStyleIdx="2" presStyleCnt="4"/>
      <dgm:spPr/>
    </dgm:pt>
    <dgm:pt modelId="{AF946082-8D59-4C68-AB4D-553608CAAD6A}" type="pres">
      <dgm:prSet presAssocID="{CD993E2E-3B80-4E6B-96F6-7A4AC66C986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151EF1B2-C3F5-4AD7-8AF3-8757312CE6E4}" type="pres">
      <dgm:prSet presAssocID="{CD993E2E-3B80-4E6B-96F6-7A4AC66C986A}" presName="spaceRect" presStyleCnt="0"/>
      <dgm:spPr/>
    </dgm:pt>
    <dgm:pt modelId="{EF7DCAB7-5548-40EF-9F8D-9EE65BACB1EB}" type="pres">
      <dgm:prSet presAssocID="{CD993E2E-3B80-4E6B-96F6-7A4AC66C986A}" presName="textRect" presStyleLbl="revTx" presStyleIdx="2" presStyleCnt="4">
        <dgm:presLayoutVars>
          <dgm:chMax val="1"/>
          <dgm:chPref val="1"/>
        </dgm:presLayoutVars>
      </dgm:prSet>
      <dgm:spPr/>
    </dgm:pt>
    <dgm:pt modelId="{4066EF3E-D6EB-44AC-B6EC-31618A54628D}" type="pres">
      <dgm:prSet presAssocID="{9A2B40ED-485C-486C-A1C2-EF925439B903}" presName="sibTrans" presStyleLbl="sibTrans2D1" presStyleIdx="0" presStyleCnt="0"/>
      <dgm:spPr/>
    </dgm:pt>
    <dgm:pt modelId="{6004015D-F3FC-4068-B9C9-5BD3D652BFFB}" type="pres">
      <dgm:prSet presAssocID="{60573A2A-548C-4738-84D1-5EA5F6138996}" presName="compNode" presStyleCnt="0"/>
      <dgm:spPr/>
    </dgm:pt>
    <dgm:pt modelId="{E36C7274-2B3F-430C-A3C8-CE19A7849AE0}" type="pres">
      <dgm:prSet presAssocID="{60573A2A-548C-4738-84D1-5EA5F6138996}" presName="iconBgRect" presStyleLbl="bgShp" presStyleIdx="3" presStyleCnt="4"/>
      <dgm:spPr/>
    </dgm:pt>
    <dgm:pt modelId="{76751A1E-9F53-41D9-ADE5-2A3B9C7B531D}" type="pres">
      <dgm:prSet presAssocID="{60573A2A-548C-4738-84D1-5EA5F613899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CFAA69C5-2B47-40AC-B46D-FB60F1F35A4B}" type="pres">
      <dgm:prSet presAssocID="{60573A2A-548C-4738-84D1-5EA5F6138996}" presName="spaceRect" presStyleCnt="0"/>
      <dgm:spPr/>
    </dgm:pt>
    <dgm:pt modelId="{16F3C968-8601-4DCA-8F8C-A11613BF9DFA}" type="pres">
      <dgm:prSet presAssocID="{60573A2A-548C-4738-84D1-5EA5F613899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78FE2D-0A30-4DCF-8850-E1B209EE6AF0}" srcId="{BC40DF71-46D2-414B-A53C-648607AF46B4}" destId="{60573A2A-548C-4738-84D1-5EA5F6138996}" srcOrd="3" destOrd="0" parTransId="{37BA2C17-3720-44F7-A46E-B61349541AC2}" sibTransId="{B17541F2-A173-4DDE-8423-64243D1C443A}"/>
    <dgm:cxn modelId="{95A60D2F-CA50-4329-94FA-E60342F15BFF}" type="presOf" srcId="{29BE6163-B1C6-423C-BE40-02A572B0BF0D}" destId="{09ED543D-44AF-4C54-9627-AF749009B860}" srcOrd="0" destOrd="0" presId="urn:microsoft.com/office/officeart/2018/2/layout/IconCircleList"/>
    <dgm:cxn modelId="{605F944A-CCB1-483E-8091-7E8F0BB6A1C1}" type="presOf" srcId="{60573A2A-548C-4738-84D1-5EA5F6138996}" destId="{16F3C968-8601-4DCA-8F8C-A11613BF9DFA}" srcOrd="0" destOrd="0" presId="urn:microsoft.com/office/officeart/2018/2/layout/IconCircleList"/>
    <dgm:cxn modelId="{B0AFA06A-122A-4899-A8A3-AE05502C4467}" srcId="{BC40DF71-46D2-414B-A53C-648607AF46B4}" destId="{B9890046-A8EF-43AD-B64C-02F77E0B61E2}" srcOrd="0" destOrd="0" parTransId="{977FC3FB-FF31-4331-A387-9CFFA6C69325}" sibTransId="{29BE6163-B1C6-423C-BE40-02A572B0BF0D}"/>
    <dgm:cxn modelId="{1C682959-0146-46EA-99CC-8B44AAC6DF01}" type="presOf" srcId="{A33CB012-D413-47E5-8A4C-AC75E7F54478}" destId="{ED33738B-4EB3-4B20-BF5E-54868AA49546}" srcOrd="0" destOrd="0" presId="urn:microsoft.com/office/officeart/2018/2/layout/IconCircleList"/>
    <dgm:cxn modelId="{2FDA8F85-153A-4728-8B31-5112F376F88F}" srcId="{BC40DF71-46D2-414B-A53C-648607AF46B4}" destId="{CD993E2E-3B80-4E6B-96F6-7A4AC66C986A}" srcOrd="2" destOrd="0" parTransId="{6B994906-92CA-4700-8CA1-BA2160E47079}" sibTransId="{9A2B40ED-485C-486C-A1C2-EF925439B903}"/>
    <dgm:cxn modelId="{D11D74B4-A3DE-4407-917B-C77805A59294}" type="presOf" srcId="{CD993E2E-3B80-4E6B-96F6-7A4AC66C986A}" destId="{EF7DCAB7-5548-40EF-9F8D-9EE65BACB1EB}" srcOrd="0" destOrd="0" presId="urn:microsoft.com/office/officeart/2018/2/layout/IconCircleList"/>
    <dgm:cxn modelId="{D6BF5EB8-7E9E-493A-8085-D887992207E9}" type="presOf" srcId="{9A2B40ED-485C-486C-A1C2-EF925439B903}" destId="{4066EF3E-D6EB-44AC-B6EC-31618A54628D}" srcOrd="0" destOrd="0" presId="urn:microsoft.com/office/officeart/2018/2/layout/IconCircleList"/>
    <dgm:cxn modelId="{FFD0C2BB-F680-4CCD-BCD5-D9767EF0BDEC}" type="presOf" srcId="{BC40DF71-46D2-414B-A53C-648607AF46B4}" destId="{CEACC095-4160-4A4D-8678-4A4BB869E9F4}" srcOrd="0" destOrd="0" presId="urn:microsoft.com/office/officeart/2018/2/layout/IconCircleList"/>
    <dgm:cxn modelId="{72B26DC1-E971-4512-8364-A2556A950657}" type="presOf" srcId="{F86036DC-3EB8-430E-8BCE-F195D731020B}" destId="{C539CB81-B43C-4842-AC07-E24A2D397CC9}" srcOrd="0" destOrd="0" presId="urn:microsoft.com/office/officeart/2018/2/layout/IconCircleList"/>
    <dgm:cxn modelId="{5DF48DEB-7F47-46F6-B78A-852A3B0D20C2}" srcId="{BC40DF71-46D2-414B-A53C-648607AF46B4}" destId="{A33CB012-D413-47E5-8A4C-AC75E7F54478}" srcOrd="1" destOrd="0" parTransId="{9DC65309-5284-4939-828C-87188B05DA30}" sibTransId="{F86036DC-3EB8-430E-8BCE-F195D731020B}"/>
    <dgm:cxn modelId="{A509F5EF-4770-4AA9-95A4-8FBCD5DB893F}" type="presOf" srcId="{B9890046-A8EF-43AD-B64C-02F77E0B61E2}" destId="{1B74CBD3-CC1F-4A9A-8223-09183E58C05B}" srcOrd="0" destOrd="0" presId="urn:microsoft.com/office/officeart/2018/2/layout/IconCircleList"/>
    <dgm:cxn modelId="{E27ED79B-A182-44E2-B6C9-4068F7A203C5}" type="presParOf" srcId="{CEACC095-4160-4A4D-8678-4A4BB869E9F4}" destId="{98973EFC-7444-48C4-AF21-6C1DE4F2C05B}" srcOrd="0" destOrd="0" presId="urn:microsoft.com/office/officeart/2018/2/layout/IconCircleList"/>
    <dgm:cxn modelId="{203C2A08-385D-4C50-A209-544C598D7809}" type="presParOf" srcId="{98973EFC-7444-48C4-AF21-6C1DE4F2C05B}" destId="{75E44EEB-EE82-489F-A6F1-4CA7701EE671}" srcOrd="0" destOrd="0" presId="urn:microsoft.com/office/officeart/2018/2/layout/IconCircleList"/>
    <dgm:cxn modelId="{4EF54A85-1022-46A8-9831-43A469B92DD1}" type="presParOf" srcId="{75E44EEB-EE82-489F-A6F1-4CA7701EE671}" destId="{C1D9D84E-D98F-4E6E-8BD1-4FC8A6D01993}" srcOrd="0" destOrd="0" presId="urn:microsoft.com/office/officeart/2018/2/layout/IconCircleList"/>
    <dgm:cxn modelId="{BCE4B2DE-8336-4F33-A665-CAC7CEE4C377}" type="presParOf" srcId="{75E44EEB-EE82-489F-A6F1-4CA7701EE671}" destId="{F42B6005-9757-4D12-B3CD-BDA1FF4E1B0F}" srcOrd="1" destOrd="0" presId="urn:microsoft.com/office/officeart/2018/2/layout/IconCircleList"/>
    <dgm:cxn modelId="{0C62E5C3-67B6-4245-9544-C607EDC21647}" type="presParOf" srcId="{75E44EEB-EE82-489F-A6F1-4CA7701EE671}" destId="{4B1892D7-DBBC-4EC6-8B62-A88884BAB451}" srcOrd="2" destOrd="0" presId="urn:microsoft.com/office/officeart/2018/2/layout/IconCircleList"/>
    <dgm:cxn modelId="{1FFF36EC-0868-4540-8215-F80A98BEE78F}" type="presParOf" srcId="{75E44EEB-EE82-489F-A6F1-4CA7701EE671}" destId="{1B74CBD3-CC1F-4A9A-8223-09183E58C05B}" srcOrd="3" destOrd="0" presId="urn:microsoft.com/office/officeart/2018/2/layout/IconCircleList"/>
    <dgm:cxn modelId="{3DA4C6D4-588F-4FBE-AA21-3A1F86C1D666}" type="presParOf" srcId="{98973EFC-7444-48C4-AF21-6C1DE4F2C05B}" destId="{09ED543D-44AF-4C54-9627-AF749009B860}" srcOrd="1" destOrd="0" presId="urn:microsoft.com/office/officeart/2018/2/layout/IconCircleList"/>
    <dgm:cxn modelId="{954AADA8-5F98-4457-BBB6-6397ED66E7D1}" type="presParOf" srcId="{98973EFC-7444-48C4-AF21-6C1DE4F2C05B}" destId="{5A08BF3C-D02E-4C65-AA4B-004E86F64428}" srcOrd="2" destOrd="0" presId="urn:microsoft.com/office/officeart/2018/2/layout/IconCircleList"/>
    <dgm:cxn modelId="{007C220E-E8A9-4503-99AB-1B4D65BADEF5}" type="presParOf" srcId="{5A08BF3C-D02E-4C65-AA4B-004E86F64428}" destId="{75637B76-207B-4299-8572-65E8D884214F}" srcOrd="0" destOrd="0" presId="urn:microsoft.com/office/officeart/2018/2/layout/IconCircleList"/>
    <dgm:cxn modelId="{E9859537-A327-4D3E-B23C-C0BC4D3C20CD}" type="presParOf" srcId="{5A08BF3C-D02E-4C65-AA4B-004E86F64428}" destId="{9E207F22-20F1-43AF-9353-66131BEB2259}" srcOrd="1" destOrd="0" presId="urn:microsoft.com/office/officeart/2018/2/layout/IconCircleList"/>
    <dgm:cxn modelId="{8131CD86-0A1A-43AE-817C-B1BCB40E9A2D}" type="presParOf" srcId="{5A08BF3C-D02E-4C65-AA4B-004E86F64428}" destId="{9553B1D2-07F6-4C07-B8BB-DB3F21777B69}" srcOrd="2" destOrd="0" presId="urn:microsoft.com/office/officeart/2018/2/layout/IconCircleList"/>
    <dgm:cxn modelId="{C161B9A8-9AA1-4892-86CD-AA66E4CB158F}" type="presParOf" srcId="{5A08BF3C-D02E-4C65-AA4B-004E86F64428}" destId="{ED33738B-4EB3-4B20-BF5E-54868AA49546}" srcOrd="3" destOrd="0" presId="urn:microsoft.com/office/officeart/2018/2/layout/IconCircleList"/>
    <dgm:cxn modelId="{10487012-FF5B-4521-861B-EA698A9C7301}" type="presParOf" srcId="{98973EFC-7444-48C4-AF21-6C1DE4F2C05B}" destId="{C539CB81-B43C-4842-AC07-E24A2D397CC9}" srcOrd="3" destOrd="0" presId="urn:microsoft.com/office/officeart/2018/2/layout/IconCircleList"/>
    <dgm:cxn modelId="{E77528C4-9EF1-4C7B-90B4-B2290590FC74}" type="presParOf" srcId="{98973EFC-7444-48C4-AF21-6C1DE4F2C05B}" destId="{9B777F15-22F8-4916-ACE1-9564960C74AA}" srcOrd="4" destOrd="0" presId="urn:microsoft.com/office/officeart/2018/2/layout/IconCircleList"/>
    <dgm:cxn modelId="{576B242F-C3A7-415F-9D9D-120AE9293DC9}" type="presParOf" srcId="{9B777F15-22F8-4916-ACE1-9564960C74AA}" destId="{A43FA52A-314B-46DC-AAF1-D54CD84FE07F}" srcOrd="0" destOrd="0" presId="urn:microsoft.com/office/officeart/2018/2/layout/IconCircleList"/>
    <dgm:cxn modelId="{E79F116F-84FC-458E-AD6B-65349B8E79BA}" type="presParOf" srcId="{9B777F15-22F8-4916-ACE1-9564960C74AA}" destId="{AF946082-8D59-4C68-AB4D-553608CAAD6A}" srcOrd="1" destOrd="0" presId="urn:microsoft.com/office/officeart/2018/2/layout/IconCircleList"/>
    <dgm:cxn modelId="{3E197780-88DD-476E-BED5-E7292F6B0DD9}" type="presParOf" srcId="{9B777F15-22F8-4916-ACE1-9564960C74AA}" destId="{151EF1B2-C3F5-4AD7-8AF3-8757312CE6E4}" srcOrd="2" destOrd="0" presId="urn:microsoft.com/office/officeart/2018/2/layout/IconCircleList"/>
    <dgm:cxn modelId="{46B1D29C-A04E-4463-A26B-E2D105CB381A}" type="presParOf" srcId="{9B777F15-22F8-4916-ACE1-9564960C74AA}" destId="{EF7DCAB7-5548-40EF-9F8D-9EE65BACB1EB}" srcOrd="3" destOrd="0" presId="urn:microsoft.com/office/officeart/2018/2/layout/IconCircleList"/>
    <dgm:cxn modelId="{98E97AD7-FE60-454D-9979-3C29AAC918D4}" type="presParOf" srcId="{98973EFC-7444-48C4-AF21-6C1DE4F2C05B}" destId="{4066EF3E-D6EB-44AC-B6EC-31618A54628D}" srcOrd="5" destOrd="0" presId="urn:microsoft.com/office/officeart/2018/2/layout/IconCircleList"/>
    <dgm:cxn modelId="{8993C672-6EC5-4A04-89B8-7E720F28DB05}" type="presParOf" srcId="{98973EFC-7444-48C4-AF21-6C1DE4F2C05B}" destId="{6004015D-F3FC-4068-B9C9-5BD3D652BFFB}" srcOrd="6" destOrd="0" presId="urn:microsoft.com/office/officeart/2018/2/layout/IconCircleList"/>
    <dgm:cxn modelId="{31F3A45E-83FA-405D-AD16-FE3BA15FB86D}" type="presParOf" srcId="{6004015D-F3FC-4068-B9C9-5BD3D652BFFB}" destId="{E36C7274-2B3F-430C-A3C8-CE19A7849AE0}" srcOrd="0" destOrd="0" presId="urn:microsoft.com/office/officeart/2018/2/layout/IconCircleList"/>
    <dgm:cxn modelId="{ECD48A1C-67CE-441A-A5D5-12995E80E450}" type="presParOf" srcId="{6004015D-F3FC-4068-B9C9-5BD3D652BFFB}" destId="{76751A1E-9F53-41D9-ADE5-2A3B9C7B531D}" srcOrd="1" destOrd="0" presId="urn:microsoft.com/office/officeart/2018/2/layout/IconCircleList"/>
    <dgm:cxn modelId="{CCF537BF-0C49-410D-A912-AE5CE655CFE4}" type="presParOf" srcId="{6004015D-F3FC-4068-B9C9-5BD3D652BFFB}" destId="{CFAA69C5-2B47-40AC-B46D-FB60F1F35A4B}" srcOrd="2" destOrd="0" presId="urn:microsoft.com/office/officeart/2018/2/layout/IconCircleList"/>
    <dgm:cxn modelId="{774EEFF8-8A3E-47ED-8F7E-AB3614F33BC0}" type="presParOf" srcId="{6004015D-F3FC-4068-B9C9-5BD3D652BFFB}" destId="{16F3C968-8601-4DCA-8F8C-A11613BF9D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46B6FC-7C49-4372-B8F3-526C67DF239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DDBEFA1-DAD9-4B16-A7A9-4852EF6BA4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What you learned</a:t>
          </a:r>
        </a:p>
      </dgm:t>
    </dgm:pt>
    <dgm:pt modelId="{82DBE260-2AE2-45F2-B4C1-5DD9103EF5C9}" type="parTrans" cxnId="{6D929ACC-D95A-4D26-8A61-395AB4916CD0}">
      <dgm:prSet/>
      <dgm:spPr/>
      <dgm:t>
        <a:bodyPr/>
        <a:lstStyle/>
        <a:p>
          <a:endParaRPr lang="en-US"/>
        </a:p>
      </dgm:t>
    </dgm:pt>
    <dgm:pt modelId="{255B4490-D127-4D62-B9FA-5B47CA5EFF40}" type="sibTrans" cxnId="{6D929ACC-D95A-4D26-8A61-395AB4916CD0}">
      <dgm:prSet/>
      <dgm:spPr/>
      <dgm:t>
        <a:bodyPr/>
        <a:lstStyle/>
        <a:p>
          <a:endParaRPr lang="en-US"/>
        </a:p>
      </dgm:t>
    </dgm:pt>
    <dgm:pt modelId="{6D559E8D-A2CF-4426-887D-B69AE93CF6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Strength</a:t>
          </a:r>
        </a:p>
      </dgm:t>
    </dgm:pt>
    <dgm:pt modelId="{985B8D4E-2F03-41C9-B3AB-D814D560D4A6}" type="parTrans" cxnId="{081D0AEB-4F8C-4825-A96D-7B41C2A99857}">
      <dgm:prSet/>
      <dgm:spPr/>
      <dgm:t>
        <a:bodyPr/>
        <a:lstStyle/>
        <a:p>
          <a:endParaRPr lang="en-US"/>
        </a:p>
      </dgm:t>
    </dgm:pt>
    <dgm:pt modelId="{6C6EE9B0-38AF-4288-8FDB-FC66F5E7B507}" type="sibTrans" cxnId="{081D0AEB-4F8C-4825-A96D-7B41C2A99857}">
      <dgm:prSet/>
      <dgm:spPr/>
      <dgm:t>
        <a:bodyPr/>
        <a:lstStyle/>
        <a:p>
          <a:endParaRPr lang="en-US"/>
        </a:p>
      </dgm:t>
    </dgm:pt>
    <dgm:pt modelId="{96CB4906-E574-409F-9591-DE0E144AED3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Weakness</a:t>
          </a:r>
        </a:p>
      </dgm:t>
    </dgm:pt>
    <dgm:pt modelId="{D8C481B5-7B42-4806-944E-074112CADE9D}" type="parTrans" cxnId="{F30C7E26-631F-4395-ADF3-2236F0420F8B}">
      <dgm:prSet/>
      <dgm:spPr/>
      <dgm:t>
        <a:bodyPr/>
        <a:lstStyle/>
        <a:p>
          <a:endParaRPr lang="en-US"/>
        </a:p>
      </dgm:t>
    </dgm:pt>
    <dgm:pt modelId="{C7D055CD-3B62-45A9-86AE-6E8240C6EBF8}" type="sibTrans" cxnId="{F30C7E26-631F-4395-ADF3-2236F0420F8B}">
      <dgm:prSet/>
      <dgm:spPr/>
      <dgm:t>
        <a:bodyPr/>
        <a:lstStyle/>
        <a:p>
          <a:endParaRPr lang="en-US"/>
        </a:p>
      </dgm:t>
    </dgm:pt>
    <dgm:pt modelId="{9F7045A3-321B-45AA-846C-5D9337F52F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Future</a:t>
          </a:r>
        </a:p>
      </dgm:t>
    </dgm:pt>
    <dgm:pt modelId="{74D30B3C-C6DF-42B7-B38B-757BD39FC23E}" type="parTrans" cxnId="{065291EC-613E-4250-94A2-A3B54E0F04E6}">
      <dgm:prSet/>
      <dgm:spPr/>
      <dgm:t>
        <a:bodyPr/>
        <a:lstStyle/>
        <a:p>
          <a:endParaRPr lang="en-US"/>
        </a:p>
      </dgm:t>
    </dgm:pt>
    <dgm:pt modelId="{E5A71C44-4DFB-4D10-B728-C29490A02FD3}" type="sibTrans" cxnId="{065291EC-613E-4250-94A2-A3B54E0F04E6}">
      <dgm:prSet/>
      <dgm:spPr/>
      <dgm:t>
        <a:bodyPr/>
        <a:lstStyle/>
        <a:p>
          <a:endParaRPr lang="en-US"/>
        </a:p>
      </dgm:t>
    </dgm:pt>
    <dgm:pt modelId="{7B9E8688-071A-414C-979F-4AEB9E6CC477}" type="pres">
      <dgm:prSet presAssocID="{7846B6FC-7C49-4372-B8F3-526C67DF2397}" presName="root" presStyleCnt="0">
        <dgm:presLayoutVars>
          <dgm:dir/>
          <dgm:resizeHandles val="exact"/>
        </dgm:presLayoutVars>
      </dgm:prSet>
      <dgm:spPr/>
    </dgm:pt>
    <dgm:pt modelId="{B5AFC363-8866-4444-AC1A-800F1951D1D5}" type="pres">
      <dgm:prSet presAssocID="{5DDBEFA1-DAD9-4B16-A7A9-4852EF6BA477}" presName="compNode" presStyleCnt="0"/>
      <dgm:spPr/>
    </dgm:pt>
    <dgm:pt modelId="{44C4007E-DD1A-4F84-A185-26C7E97BB333}" type="pres">
      <dgm:prSet presAssocID="{5DDBEFA1-DAD9-4B16-A7A9-4852EF6BA477}" presName="iconBgRect" presStyleLbl="bgShp" presStyleIdx="0" presStyleCnt="4"/>
      <dgm:spPr/>
    </dgm:pt>
    <dgm:pt modelId="{1ABB4022-FA30-42C8-AC84-A8911392A945}" type="pres">
      <dgm:prSet presAssocID="{5DDBEFA1-DAD9-4B16-A7A9-4852EF6BA47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826092-DA03-4FB3-AD0E-D26327CED173}" type="pres">
      <dgm:prSet presAssocID="{5DDBEFA1-DAD9-4B16-A7A9-4852EF6BA477}" presName="spaceRect" presStyleCnt="0"/>
      <dgm:spPr/>
    </dgm:pt>
    <dgm:pt modelId="{4ECA2C63-5140-48CC-8065-33F02F14BF2D}" type="pres">
      <dgm:prSet presAssocID="{5DDBEFA1-DAD9-4B16-A7A9-4852EF6BA477}" presName="textRect" presStyleLbl="revTx" presStyleIdx="0" presStyleCnt="4">
        <dgm:presLayoutVars>
          <dgm:chMax val="1"/>
          <dgm:chPref val="1"/>
        </dgm:presLayoutVars>
      </dgm:prSet>
      <dgm:spPr/>
    </dgm:pt>
    <dgm:pt modelId="{BD35C70F-6E2D-49A3-80E4-81970699DA7E}" type="pres">
      <dgm:prSet presAssocID="{255B4490-D127-4D62-B9FA-5B47CA5EFF40}" presName="sibTrans" presStyleCnt="0"/>
      <dgm:spPr/>
    </dgm:pt>
    <dgm:pt modelId="{26100F7B-60A2-4A54-8303-6AFE5BCBD3D8}" type="pres">
      <dgm:prSet presAssocID="{6D559E8D-A2CF-4426-887D-B69AE93CF698}" presName="compNode" presStyleCnt="0"/>
      <dgm:spPr/>
    </dgm:pt>
    <dgm:pt modelId="{B13BAE3D-461B-4196-A5C7-931313441E7D}" type="pres">
      <dgm:prSet presAssocID="{6D559E8D-A2CF-4426-887D-B69AE93CF698}" presName="iconBgRect" presStyleLbl="bgShp" presStyleIdx="1" presStyleCnt="4"/>
      <dgm:spPr/>
    </dgm:pt>
    <dgm:pt modelId="{32D7E317-92F7-46B7-B6FF-B1C18FCF486B}" type="pres">
      <dgm:prSet presAssocID="{6D559E8D-A2CF-4426-887D-B69AE93CF69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7C8A4187-1D0E-4613-BC1F-364F2B459FEE}" type="pres">
      <dgm:prSet presAssocID="{6D559E8D-A2CF-4426-887D-B69AE93CF698}" presName="spaceRect" presStyleCnt="0"/>
      <dgm:spPr/>
    </dgm:pt>
    <dgm:pt modelId="{B568975B-5A83-4802-A226-1EFEBA9C8605}" type="pres">
      <dgm:prSet presAssocID="{6D559E8D-A2CF-4426-887D-B69AE93CF698}" presName="textRect" presStyleLbl="revTx" presStyleIdx="1" presStyleCnt="4">
        <dgm:presLayoutVars>
          <dgm:chMax val="1"/>
          <dgm:chPref val="1"/>
        </dgm:presLayoutVars>
      </dgm:prSet>
      <dgm:spPr/>
    </dgm:pt>
    <dgm:pt modelId="{05DF1FB8-2547-4A0C-92D5-AA1F4D9C9CFF}" type="pres">
      <dgm:prSet presAssocID="{6C6EE9B0-38AF-4288-8FDB-FC66F5E7B507}" presName="sibTrans" presStyleCnt="0"/>
      <dgm:spPr/>
    </dgm:pt>
    <dgm:pt modelId="{C32F17C7-A881-48BE-AA01-1BAA5E4A23AD}" type="pres">
      <dgm:prSet presAssocID="{96CB4906-E574-409F-9591-DE0E144AED36}" presName="compNode" presStyleCnt="0"/>
      <dgm:spPr/>
    </dgm:pt>
    <dgm:pt modelId="{EFB57AA6-0A25-4F98-93A8-04AF268C7A4C}" type="pres">
      <dgm:prSet presAssocID="{96CB4906-E574-409F-9591-DE0E144AED36}" presName="iconBgRect" presStyleLbl="bgShp" presStyleIdx="2" presStyleCnt="4"/>
      <dgm:spPr/>
    </dgm:pt>
    <dgm:pt modelId="{2ED63BF9-D43E-4E0D-9982-1A9BF4325FA4}" type="pres">
      <dgm:prSet presAssocID="{96CB4906-E574-409F-9591-DE0E144AED3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1FA32B5D-E54B-427E-9ED4-74BF0F3D40CB}" type="pres">
      <dgm:prSet presAssocID="{96CB4906-E574-409F-9591-DE0E144AED36}" presName="spaceRect" presStyleCnt="0"/>
      <dgm:spPr/>
    </dgm:pt>
    <dgm:pt modelId="{C9DFF629-6CF3-42C3-97C8-644C7F339743}" type="pres">
      <dgm:prSet presAssocID="{96CB4906-E574-409F-9591-DE0E144AED36}" presName="textRect" presStyleLbl="revTx" presStyleIdx="2" presStyleCnt="4">
        <dgm:presLayoutVars>
          <dgm:chMax val="1"/>
          <dgm:chPref val="1"/>
        </dgm:presLayoutVars>
      </dgm:prSet>
      <dgm:spPr/>
    </dgm:pt>
    <dgm:pt modelId="{2E60DF14-FACD-4365-A844-04892207EAFD}" type="pres">
      <dgm:prSet presAssocID="{C7D055CD-3B62-45A9-86AE-6E8240C6EBF8}" presName="sibTrans" presStyleCnt="0"/>
      <dgm:spPr/>
    </dgm:pt>
    <dgm:pt modelId="{8F2C4E9F-C0CF-4D7F-868A-3073E0845C97}" type="pres">
      <dgm:prSet presAssocID="{9F7045A3-321B-45AA-846C-5D9337F52FC2}" presName="compNode" presStyleCnt="0"/>
      <dgm:spPr/>
    </dgm:pt>
    <dgm:pt modelId="{8D603CA4-7758-4B23-A5EF-7AECC507F2B9}" type="pres">
      <dgm:prSet presAssocID="{9F7045A3-321B-45AA-846C-5D9337F52FC2}" presName="iconBgRect" presStyleLbl="bgShp" presStyleIdx="3" presStyleCnt="4"/>
      <dgm:spPr/>
    </dgm:pt>
    <dgm:pt modelId="{994832F6-8E44-4220-86C9-3C4D91146DB7}" type="pres">
      <dgm:prSet presAssocID="{9F7045A3-321B-45AA-846C-5D9337F52FC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DF9E29D-1040-4558-98C0-29A385A9E494}" type="pres">
      <dgm:prSet presAssocID="{9F7045A3-321B-45AA-846C-5D9337F52FC2}" presName="spaceRect" presStyleCnt="0"/>
      <dgm:spPr/>
    </dgm:pt>
    <dgm:pt modelId="{DE9FE5D0-E1E1-48F7-9CD3-F0944EC24211}" type="pres">
      <dgm:prSet presAssocID="{9F7045A3-321B-45AA-846C-5D9337F52FC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30C7E26-631F-4395-ADF3-2236F0420F8B}" srcId="{7846B6FC-7C49-4372-B8F3-526C67DF2397}" destId="{96CB4906-E574-409F-9591-DE0E144AED36}" srcOrd="2" destOrd="0" parTransId="{D8C481B5-7B42-4806-944E-074112CADE9D}" sibTransId="{C7D055CD-3B62-45A9-86AE-6E8240C6EBF8}"/>
    <dgm:cxn modelId="{066C288B-B1AB-4D44-BAB3-86F28FA23264}" type="presOf" srcId="{7846B6FC-7C49-4372-B8F3-526C67DF2397}" destId="{7B9E8688-071A-414C-979F-4AEB9E6CC477}" srcOrd="0" destOrd="0" presId="urn:microsoft.com/office/officeart/2018/5/layout/IconCircleLabelList"/>
    <dgm:cxn modelId="{FB0B61AE-8593-44E1-83A0-80066A556F26}" type="presOf" srcId="{6D559E8D-A2CF-4426-887D-B69AE93CF698}" destId="{B568975B-5A83-4802-A226-1EFEBA9C8605}" srcOrd="0" destOrd="0" presId="urn:microsoft.com/office/officeart/2018/5/layout/IconCircleLabelList"/>
    <dgm:cxn modelId="{6DDE8EB1-D158-4992-A784-A6CF0C37F3BE}" type="presOf" srcId="{9F7045A3-321B-45AA-846C-5D9337F52FC2}" destId="{DE9FE5D0-E1E1-48F7-9CD3-F0944EC24211}" srcOrd="0" destOrd="0" presId="urn:microsoft.com/office/officeart/2018/5/layout/IconCircleLabelList"/>
    <dgm:cxn modelId="{AF1EC5C5-AF37-4181-B890-69BDF2A016ED}" type="presOf" srcId="{5DDBEFA1-DAD9-4B16-A7A9-4852EF6BA477}" destId="{4ECA2C63-5140-48CC-8065-33F02F14BF2D}" srcOrd="0" destOrd="0" presId="urn:microsoft.com/office/officeart/2018/5/layout/IconCircleLabelList"/>
    <dgm:cxn modelId="{6D929ACC-D95A-4D26-8A61-395AB4916CD0}" srcId="{7846B6FC-7C49-4372-B8F3-526C67DF2397}" destId="{5DDBEFA1-DAD9-4B16-A7A9-4852EF6BA477}" srcOrd="0" destOrd="0" parTransId="{82DBE260-2AE2-45F2-B4C1-5DD9103EF5C9}" sibTransId="{255B4490-D127-4D62-B9FA-5B47CA5EFF40}"/>
    <dgm:cxn modelId="{081D0AEB-4F8C-4825-A96D-7B41C2A99857}" srcId="{7846B6FC-7C49-4372-B8F3-526C67DF2397}" destId="{6D559E8D-A2CF-4426-887D-B69AE93CF698}" srcOrd="1" destOrd="0" parTransId="{985B8D4E-2F03-41C9-B3AB-D814D560D4A6}" sibTransId="{6C6EE9B0-38AF-4288-8FDB-FC66F5E7B507}"/>
    <dgm:cxn modelId="{065291EC-613E-4250-94A2-A3B54E0F04E6}" srcId="{7846B6FC-7C49-4372-B8F3-526C67DF2397}" destId="{9F7045A3-321B-45AA-846C-5D9337F52FC2}" srcOrd="3" destOrd="0" parTransId="{74D30B3C-C6DF-42B7-B38B-757BD39FC23E}" sibTransId="{E5A71C44-4DFB-4D10-B728-C29490A02FD3}"/>
    <dgm:cxn modelId="{D63221F4-C850-4C8B-B353-CE72C59F021B}" type="presOf" srcId="{96CB4906-E574-409F-9591-DE0E144AED36}" destId="{C9DFF629-6CF3-42C3-97C8-644C7F339743}" srcOrd="0" destOrd="0" presId="urn:microsoft.com/office/officeart/2018/5/layout/IconCircleLabelList"/>
    <dgm:cxn modelId="{4CF28FFD-CCBE-4A13-8974-94A4C1C990F8}" type="presParOf" srcId="{7B9E8688-071A-414C-979F-4AEB9E6CC477}" destId="{B5AFC363-8866-4444-AC1A-800F1951D1D5}" srcOrd="0" destOrd="0" presId="urn:microsoft.com/office/officeart/2018/5/layout/IconCircleLabelList"/>
    <dgm:cxn modelId="{105BBD23-EBD4-43A8-BFAC-5B5379E2A219}" type="presParOf" srcId="{B5AFC363-8866-4444-AC1A-800F1951D1D5}" destId="{44C4007E-DD1A-4F84-A185-26C7E97BB333}" srcOrd="0" destOrd="0" presId="urn:microsoft.com/office/officeart/2018/5/layout/IconCircleLabelList"/>
    <dgm:cxn modelId="{FEE37178-A701-42C7-AEBC-593954FBDB17}" type="presParOf" srcId="{B5AFC363-8866-4444-AC1A-800F1951D1D5}" destId="{1ABB4022-FA30-42C8-AC84-A8911392A945}" srcOrd="1" destOrd="0" presId="urn:microsoft.com/office/officeart/2018/5/layout/IconCircleLabelList"/>
    <dgm:cxn modelId="{66B38163-C861-43BD-A5FE-AEDA02124068}" type="presParOf" srcId="{B5AFC363-8866-4444-AC1A-800F1951D1D5}" destId="{7A826092-DA03-4FB3-AD0E-D26327CED173}" srcOrd="2" destOrd="0" presId="urn:microsoft.com/office/officeart/2018/5/layout/IconCircleLabelList"/>
    <dgm:cxn modelId="{F92B9DD9-E2B6-46A1-8380-C84754AA0652}" type="presParOf" srcId="{B5AFC363-8866-4444-AC1A-800F1951D1D5}" destId="{4ECA2C63-5140-48CC-8065-33F02F14BF2D}" srcOrd="3" destOrd="0" presId="urn:microsoft.com/office/officeart/2018/5/layout/IconCircleLabelList"/>
    <dgm:cxn modelId="{2A5C2221-05B3-4878-941C-BDBDDECCAFA5}" type="presParOf" srcId="{7B9E8688-071A-414C-979F-4AEB9E6CC477}" destId="{BD35C70F-6E2D-49A3-80E4-81970699DA7E}" srcOrd="1" destOrd="0" presId="urn:microsoft.com/office/officeart/2018/5/layout/IconCircleLabelList"/>
    <dgm:cxn modelId="{84E2AE91-5346-4D36-82A7-06D754FBFA64}" type="presParOf" srcId="{7B9E8688-071A-414C-979F-4AEB9E6CC477}" destId="{26100F7B-60A2-4A54-8303-6AFE5BCBD3D8}" srcOrd="2" destOrd="0" presId="urn:microsoft.com/office/officeart/2018/5/layout/IconCircleLabelList"/>
    <dgm:cxn modelId="{B8629D4B-D456-42BD-896E-30CFE265341D}" type="presParOf" srcId="{26100F7B-60A2-4A54-8303-6AFE5BCBD3D8}" destId="{B13BAE3D-461B-4196-A5C7-931313441E7D}" srcOrd="0" destOrd="0" presId="urn:microsoft.com/office/officeart/2018/5/layout/IconCircleLabelList"/>
    <dgm:cxn modelId="{9534FC3F-EDD1-45FC-828A-C99E0B94A339}" type="presParOf" srcId="{26100F7B-60A2-4A54-8303-6AFE5BCBD3D8}" destId="{32D7E317-92F7-46B7-B6FF-B1C18FCF486B}" srcOrd="1" destOrd="0" presId="urn:microsoft.com/office/officeart/2018/5/layout/IconCircleLabelList"/>
    <dgm:cxn modelId="{DCBA56D9-2FF3-430A-90B7-421E4B1D060F}" type="presParOf" srcId="{26100F7B-60A2-4A54-8303-6AFE5BCBD3D8}" destId="{7C8A4187-1D0E-4613-BC1F-364F2B459FEE}" srcOrd="2" destOrd="0" presId="urn:microsoft.com/office/officeart/2018/5/layout/IconCircleLabelList"/>
    <dgm:cxn modelId="{55A7CFAC-536F-4DD3-A02C-A6FDD2E491C1}" type="presParOf" srcId="{26100F7B-60A2-4A54-8303-6AFE5BCBD3D8}" destId="{B568975B-5A83-4802-A226-1EFEBA9C8605}" srcOrd="3" destOrd="0" presId="urn:microsoft.com/office/officeart/2018/5/layout/IconCircleLabelList"/>
    <dgm:cxn modelId="{AB746C5C-8F1E-4DD1-B2BC-82BCAE69FC8F}" type="presParOf" srcId="{7B9E8688-071A-414C-979F-4AEB9E6CC477}" destId="{05DF1FB8-2547-4A0C-92D5-AA1F4D9C9CFF}" srcOrd="3" destOrd="0" presId="urn:microsoft.com/office/officeart/2018/5/layout/IconCircleLabelList"/>
    <dgm:cxn modelId="{B1BC2733-709E-4802-9A47-48EADD986BC2}" type="presParOf" srcId="{7B9E8688-071A-414C-979F-4AEB9E6CC477}" destId="{C32F17C7-A881-48BE-AA01-1BAA5E4A23AD}" srcOrd="4" destOrd="0" presId="urn:microsoft.com/office/officeart/2018/5/layout/IconCircleLabelList"/>
    <dgm:cxn modelId="{5C08B3E6-CDB9-4D20-AD1F-85E87A84B614}" type="presParOf" srcId="{C32F17C7-A881-48BE-AA01-1BAA5E4A23AD}" destId="{EFB57AA6-0A25-4F98-93A8-04AF268C7A4C}" srcOrd="0" destOrd="0" presId="urn:microsoft.com/office/officeart/2018/5/layout/IconCircleLabelList"/>
    <dgm:cxn modelId="{54541A64-1051-456D-AB96-71049F8C1634}" type="presParOf" srcId="{C32F17C7-A881-48BE-AA01-1BAA5E4A23AD}" destId="{2ED63BF9-D43E-4E0D-9982-1A9BF4325FA4}" srcOrd="1" destOrd="0" presId="urn:microsoft.com/office/officeart/2018/5/layout/IconCircleLabelList"/>
    <dgm:cxn modelId="{F112F3FA-8393-4D5F-98D6-B9F70D0DA7D5}" type="presParOf" srcId="{C32F17C7-A881-48BE-AA01-1BAA5E4A23AD}" destId="{1FA32B5D-E54B-427E-9ED4-74BF0F3D40CB}" srcOrd="2" destOrd="0" presId="urn:microsoft.com/office/officeart/2018/5/layout/IconCircleLabelList"/>
    <dgm:cxn modelId="{006A7157-5D6D-4E49-B82E-6F9024FA8EC5}" type="presParOf" srcId="{C32F17C7-A881-48BE-AA01-1BAA5E4A23AD}" destId="{C9DFF629-6CF3-42C3-97C8-644C7F339743}" srcOrd="3" destOrd="0" presId="urn:microsoft.com/office/officeart/2018/5/layout/IconCircleLabelList"/>
    <dgm:cxn modelId="{A98436D6-CD68-4692-9BFD-BF03E87F0FE2}" type="presParOf" srcId="{7B9E8688-071A-414C-979F-4AEB9E6CC477}" destId="{2E60DF14-FACD-4365-A844-04892207EAFD}" srcOrd="5" destOrd="0" presId="urn:microsoft.com/office/officeart/2018/5/layout/IconCircleLabelList"/>
    <dgm:cxn modelId="{0D03906F-6FD4-4814-8DB7-5C5D86ECA155}" type="presParOf" srcId="{7B9E8688-071A-414C-979F-4AEB9E6CC477}" destId="{8F2C4E9F-C0CF-4D7F-868A-3073E0845C97}" srcOrd="6" destOrd="0" presId="urn:microsoft.com/office/officeart/2018/5/layout/IconCircleLabelList"/>
    <dgm:cxn modelId="{C6943789-C78A-45BA-AF73-94999E9C6121}" type="presParOf" srcId="{8F2C4E9F-C0CF-4D7F-868A-3073E0845C97}" destId="{8D603CA4-7758-4B23-A5EF-7AECC507F2B9}" srcOrd="0" destOrd="0" presId="urn:microsoft.com/office/officeart/2018/5/layout/IconCircleLabelList"/>
    <dgm:cxn modelId="{E3771490-0C69-436D-9D22-46A8B0987372}" type="presParOf" srcId="{8F2C4E9F-C0CF-4D7F-868A-3073E0845C97}" destId="{994832F6-8E44-4220-86C9-3C4D91146DB7}" srcOrd="1" destOrd="0" presId="urn:microsoft.com/office/officeart/2018/5/layout/IconCircleLabelList"/>
    <dgm:cxn modelId="{8ED26E5F-BD5A-4470-BB9A-8E32CCAA5537}" type="presParOf" srcId="{8F2C4E9F-C0CF-4D7F-868A-3073E0845C97}" destId="{4DF9E29D-1040-4558-98C0-29A385A9E494}" srcOrd="2" destOrd="0" presId="urn:microsoft.com/office/officeart/2018/5/layout/IconCircleLabelList"/>
    <dgm:cxn modelId="{B2904DE1-A5CC-471D-82A2-19410C1CF330}" type="presParOf" srcId="{8F2C4E9F-C0CF-4D7F-868A-3073E0845C97}" destId="{DE9FE5D0-E1E1-48F7-9CD3-F0944EC2421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B2F1FE-DAA8-4193-A472-9F3DFB7C304C}" type="doc">
      <dgm:prSet loTypeId="urn:microsoft.com/office/officeart/2018/2/layout/IconLabel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B350FEF-2226-44AE-8D44-8DA37BEF26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We're Building</a:t>
          </a:r>
        </a:p>
      </dgm:t>
    </dgm:pt>
    <dgm:pt modelId="{2A3BE67E-BED8-4318-B517-B8900A24ED08}" type="parTrans" cxnId="{91CF4759-F8C2-4729-BAD2-09144B5A2762}">
      <dgm:prSet/>
      <dgm:spPr/>
      <dgm:t>
        <a:bodyPr/>
        <a:lstStyle/>
        <a:p>
          <a:endParaRPr lang="en-US"/>
        </a:p>
      </dgm:t>
    </dgm:pt>
    <dgm:pt modelId="{9A715DC1-092F-4404-834D-B0B2475B8160}" type="sibTrans" cxnId="{91CF4759-F8C2-4729-BAD2-09144B5A2762}">
      <dgm:prSet/>
      <dgm:spPr/>
      <dgm:t>
        <a:bodyPr/>
        <a:lstStyle/>
        <a:p>
          <a:endParaRPr lang="en-US"/>
        </a:p>
      </dgm:t>
    </dgm:pt>
    <dgm:pt modelId="{82AF630B-2050-4260-9B9D-8E4EE7D925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CSV Secure File Sync</a:t>
          </a:r>
        </a:p>
      </dgm:t>
    </dgm:pt>
    <dgm:pt modelId="{F4DDE36D-C054-44A0-8E4D-8BF242D3648F}" type="parTrans" cxnId="{21E3A7E7-C1B7-470C-A386-5A6740627042}">
      <dgm:prSet/>
      <dgm:spPr/>
      <dgm:t>
        <a:bodyPr/>
        <a:lstStyle/>
        <a:p>
          <a:endParaRPr lang="en-US"/>
        </a:p>
      </dgm:t>
    </dgm:pt>
    <dgm:pt modelId="{1ECCCF7C-95D3-4B6E-9460-6E577C54CBAB}" type="sibTrans" cxnId="{21E3A7E7-C1B7-470C-A386-5A6740627042}">
      <dgm:prSet/>
      <dgm:spPr/>
      <dgm:t>
        <a:bodyPr/>
        <a:lstStyle/>
        <a:p>
          <a:endParaRPr lang="en-US"/>
        </a:p>
      </dgm:t>
    </dgm:pt>
    <dgm:pt modelId="{03AA6F30-356C-4F7B-8296-8B8579DD6E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Secure Web App</a:t>
          </a:r>
        </a:p>
      </dgm:t>
    </dgm:pt>
    <dgm:pt modelId="{E59B266D-648C-4366-9E8F-996FF932CF0B}" type="parTrans" cxnId="{D7EE2A3C-DFA3-4DF3-8E5A-F7BE3AC8F1E1}">
      <dgm:prSet/>
      <dgm:spPr/>
      <dgm:t>
        <a:bodyPr/>
        <a:lstStyle/>
        <a:p>
          <a:endParaRPr lang="en-US"/>
        </a:p>
      </dgm:t>
    </dgm:pt>
    <dgm:pt modelId="{BE201D75-DDB5-463A-A9CE-80E7111E6D57}" type="sibTrans" cxnId="{D7EE2A3C-DFA3-4DF3-8E5A-F7BE3AC8F1E1}">
      <dgm:prSet/>
      <dgm:spPr/>
      <dgm:t>
        <a:bodyPr/>
        <a:lstStyle/>
        <a:p>
          <a:endParaRPr lang="en-US"/>
        </a:p>
      </dgm:t>
    </dgm:pt>
    <dgm:pt modelId="{A8264F11-B58C-4746-BC24-7DAF922796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Insight</a:t>
          </a:r>
        </a:p>
      </dgm:t>
    </dgm:pt>
    <dgm:pt modelId="{E74EFFE5-25C9-4D13-9BA5-760B3764ECD4}" type="parTrans" cxnId="{3BF8D79D-A6C9-4D64-A6E4-12CA58C95F53}">
      <dgm:prSet/>
      <dgm:spPr/>
      <dgm:t>
        <a:bodyPr/>
        <a:lstStyle/>
        <a:p>
          <a:endParaRPr lang="en-US"/>
        </a:p>
      </dgm:t>
    </dgm:pt>
    <dgm:pt modelId="{243072E2-B380-44FF-A26C-E1CD05AAABCD}" type="sibTrans" cxnId="{3BF8D79D-A6C9-4D64-A6E4-12CA58C95F53}">
      <dgm:prSet/>
      <dgm:spPr/>
      <dgm:t>
        <a:bodyPr/>
        <a:lstStyle/>
        <a:p>
          <a:endParaRPr lang="en-US"/>
        </a:p>
      </dgm:t>
    </dgm:pt>
    <dgm:pt modelId="{ACA8E653-B7CC-4D6D-94F7-22F9E896C2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Encryption alone is not enough.</a:t>
          </a:r>
        </a:p>
      </dgm:t>
    </dgm:pt>
    <dgm:pt modelId="{9068F9B7-621C-401A-B76E-B60D227AFBD7}" type="parTrans" cxnId="{69D6FC70-9132-4DC6-8274-F0D0FD6C6BDD}">
      <dgm:prSet/>
      <dgm:spPr/>
      <dgm:t>
        <a:bodyPr/>
        <a:lstStyle/>
        <a:p>
          <a:endParaRPr lang="en-US"/>
        </a:p>
      </dgm:t>
    </dgm:pt>
    <dgm:pt modelId="{5FA4E9D4-1925-4249-B8F7-E32C76C4DAD0}" type="sibTrans" cxnId="{69D6FC70-9132-4DC6-8274-F0D0FD6C6BDD}">
      <dgm:prSet/>
      <dgm:spPr/>
      <dgm:t>
        <a:bodyPr/>
        <a:lstStyle/>
        <a:p>
          <a:endParaRPr lang="en-US"/>
        </a:p>
      </dgm:t>
    </dgm:pt>
    <dgm:pt modelId="{507037B3-9521-4204-8160-EEDC9B590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Takeaway</a:t>
          </a:r>
        </a:p>
      </dgm:t>
    </dgm:pt>
    <dgm:pt modelId="{78B5F1C9-FA3C-4397-BAF7-D08A21F370CF}" type="parTrans" cxnId="{A9D67732-2D0A-4F21-A117-28766C1F9FB1}">
      <dgm:prSet/>
      <dgm:spPr/>
      <dgm:t>
        <a:bodyPr/>
        <a:lstStyle/>
        <a:p>
          <a:endParaRPr lang="en-US"/>
        </a:p>
      </dgm:t>
    </dgm:pt>
    <dgm:pt modelId="{7D92FCD1-65A2-4271-970E-15FA070DE82A}" type="sibTrans" cxnId="{A9D67732-2D0A-4F21-A117-28766C1F9FB1}">
      <dgm:prSet/>
      <dgm:spPr/>
      <dgm:t>
        <a:bodyPr/>
        <a:lstStyle/>
        <a:p>
          <a:endParaRPr lang="en-US"/>
        </a:p>
      </dgm:t>
    </dgm:pt>
    <dgm:pt modelId="{30600F72-5641-496F-8CEE-C36B24D6CC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"Security is a system, not a single cipher."</a:t>
          </a:r>
        </a:p>
      </dgm:t>
    </dgm:pt>
    <dgm:pt modelId="{96D1943C-8B0B-42E4-A4A9-158609910DFF}" type="parTrans" cxnId="{8839C51B-B3B6-4749-BBD2-B22823C2321C}">
      <dgm:prSet/>
      <dgm:spPr/>
      <dgm:t>
        <a:bodyPr/>
        <a:lstStyle/>
        <a:p>
          <a:endParaRPr lang="en-US"/>
        </a:p>
      </dgm:t>
    </dgm:pt>
    <dgm:pt modelId="{BED89D06-1257-4AE0-B231-BF6188E9F42C}" type="sibTrans" cxnId="{8839C51B-B3B6-4749-BBD2-B22823C2321C}">
      <dgm:prSet/>
      <dgm:spPr/>
      <dgm:t>
        <a:bodyPr/>
        <a:lstStyle/>
        <a:p>
          <a:endParaRPr lang="en-US"/>
        </a:p>
      </dgm:t>
    </dgm:pt>
    <dgm:pt modelId="{3C86B716-84B3-42DA-9F35-BE3C7E26035F}" type="pres">
      <dgm:prSet presAssocID="{2BB2F1FE-DAA8-4193-A472-9F3DFB7C304C}" presName="root" presStyleCnt="0">
        <dgm:presLayoutVars>
          <dgm:dir/>
          <dgm:resizeHandles val="exact"/>
        </dgm:presLayoutVars>
      </dgm:prSet>
      <dgm:spPr/>
    </dgm:pt>
    <dgm:pt modelId="{DEF4B6E8-BDB6-45F2-96C4-9FEA93A19168}" type="pres">
      <dgm:prSet presAssocID="{1B350FEF-2226-44AE-8D44-8DA37BEF26F0}" presName="compNode" presStyleCnt="0"/>
      <dgm:spPr/>
    </dgm:pt>
    <dgm:pt modelId="{450201CD-6A03-49A6-9628-4EEED7067460}" type="pres">
      <dgm:prSet presAssocID="{1B350FEF-2226-44AE-8D44-8DA37BEF26F0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9EDE6AE-4309-4EFB-9ED1-E22EF9076988}" type="pres">
      <dgm:prSet presAssocID="{1B350FEF-2226-44AE-8D44-8DA37BEF26F0}" presName="spaceRect" presStyleCnt="0"/>
      <dgm:spPr/>
    </dgm:pt>
    <dgm:pt modelId="{2337913D-2FF5-43C0-9FC0-231ECE2272FD}" type="pres">
      <dgm:prSet presAssocID="{1B350FEF-2226-44AE-8D44-8DA37BEF26F0}" presName="textRect" presStyleLbl="revTx" presStyleIdx="0" presStyleCnt="7">
        <dgm:presLayoutVars>
          <dgm:chMax val="1"/>
          <dgm:chPref val="1"/>
        </dgm:presLayoutVars>
      </dgm:prSet>
      <dgm:spPr/>
    </dgm:pt>
    <dgm:pt modelId="{C8EA35AC-B3C0-4E36-A17E-09986669B05E}" type="pres">
      <dgm:prSet presAssocID="{9A715DC1-092F-4404-834D-B0B2475B8160}" presName="sibTrans" presStyleCnt="0"/>
      <dgm:spPr/>
    </dgm:pt>
    <dgm:pt modelId="{AC3A1552-FA2E-4A76-8368-CC10CCB7B6B3}" type="pres">
      <dgm:prSet presAssocID="{82AF630B-2050-4260-9B9D-8E4EE7D9253A}" presName="compNode" presStyleCnt="0"/>
      <dgm:spPr/>
    </dgm:pt>
    <dgm:pt modelId="{109213E3-F858-4964-B53D-88519EB00181}" type="pres">
      <dgm:prSet presAssocID="{82AF630B-2050-4260-9B9D-8E4EE7D9253A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63C8CE2-0AEC-48E2-9ADB-363D249ACACA}" type="pres">
      <dgm:prSet presAssocID="{82AF630B-2050-4260-9B9D-8E4EE7D9253A}" presName="spaceRect" presStyleCnt="0"/>
      <dgm:spPr/>
    </dgm:pt>
    <dgm:pt modelId="{9EAD0577-6AA9-406A-822F-FF7E9350BD85}" type="pres">
      <dgm:prSet presAssocID="{82AF630B-2050-4260-9B9D-8E4EE7D9253A}" presName="textRect" presStyleLbl="revTx" presStyleIdx="1" presStyleCnt="7">
        <dgm:presLayoutVars>
          <dgm:chMax val="1"/>
          <dgm:chPref val="1"/>
        </dgm:presLayoutVars>
      </dgm:prSet>
      <dgm:spPr/>
    </dgm:pt>
    <dgm:pt modelId="{086DB1AE-9E01-4598-9B9B-A52B354AF07F}" type="pres">
      <dgm:prSet presAssocID="{1ECCCF7C-95D3-4B6E-9460-6E577C54CBAB}" presName="sibTrans" presStyleCnt="0"/>
      <dgm:spPr/>
    </dgm:pt>
    <dgm:pt modelId="{15975BA5-B0C3-4EB3-990E-001E6A46A85D}" type="pres">
      <dgm:prSet presAssocID="{03AA6F30-356C-4F7B-8296-8B8579DD6E33}" presName="compNode" presStyleCnt="0"/>
      <dgm:spPr/>
    </dgm:pt>
    <dgm:pt modelId="{8C06C9F1-D8C9-4D22-B166-3737085FA90C}" type="pres">
      <dgm:prSet presAssocID="{03AA6F30-356C-4F7B-8296-8B8579DD6E33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D55F1AD-46A1-4AA3-8D4E-CD43FDAB01A9}" type="pres">
      <dgm:prSet presAssocID="{03AA6F30-356C-4F7B-8296-8B8579DD6E33}" presName="spaceRect" presStyleCnt="0"/>
      <dgm:spPr/>
    </dgm:pt>
    <dgm:pt modelId="{E0C8C620-74D2-42AF-923E-85F97424E97C}" type="pres">
      <dgm:prSet presAssocID="{03AA6F30-356C-4F7B-8296-8B8579DD6E33}" presName="textRect" presStyleLbl="revTx" presStyleIdx="2" presStyleCnt="7">
        <dgm:presLayoutVars>
          <dgm:chMax val="1"/>
          <dgm:chPref val="1"/>
        </dgm:presLayoutVars>
      </dgm:prSet>
      <dgm:spPr/>
    </dgm:pt>
    <dgm:pt modelId="{7B66DF48-029B-45C5-B6C1-3BDCFEC22FF2}" type="pres">
      <dgm:prSet presAssocID="{BE201D75-DDB5-463A-A9CE-80E7111E6D57}" presName="sibTrans" presStyleCnt="0"/>
      <dgm:spPr/>
    </dgm:pt>
    <dgm:pt modelId="{9F304624-86A2-442B-8F87-9E5CB8E34758}" type="pres">
      <dgm:prSet presAssocID="{A8264F11-B58C-4746-BC24-7DAF922796AA}" presName="compNode" presStyleCnt="0"/>
      <dgm:spPr/>
    </dgm:pt>
    <dgm:pt modelId="{6909B29D-F539-4ADC-BC29-19963A680CE0}" type="pres">
      <dgm:prSet presAssocID="{A8264F11-B58C-4746-BC24-7DAF922796AA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13C88377-0BB6-41F5-85B0-1439B11C801F}" type="pres">
      <dgm:prSet presAssocID="{A8264F11-B58C-4746-BC24-7DAF922796AA}" presName="spaceRect" presStyleCnt="0"/>
      <dgm:spPr/>
    </dgm:pt>
    <dgm:pt modelId="{DC8B5215-240C-459C-B929-3B0D7BD8B68C}" type="pres">
      <dgm:prSet presAssocID="{A8264F11-B58C-4746-BC24-7DAF922796AA}" presName="textRect" presStyleLbl="revTx" presStyleIdx="3" presStyleCnt="7">
        <dgm:presLayoutVars>
          <dgm:chMax val="1"/>
          <dgm:chPref val="1"/>
        </dgm:presLayoutVars>
      </dgm:prSet>
      <dgm:spPr/>
    </dgm:pt>
    <dgm:pt modelId="{08F91255-958E-49C9-BA50-98BBDA72C0CC}" type="pres">
      <dgm:prSet presAssocID="{243072E2-B380-44FF-A26C-E1CD05AAABCD}" presName="sibTrans" presStyleCnt="0"/>
      <dgm:spPr/>
    </dgm:pt>
    <dgm:pt modelId="{FCB55269-5D85-47CB-B04D-164B1A5D822F}" type="pres">
      <dgm:prSet presAssocID="{ACA8E653-B7CC-4D6D-94F7-22F9E896C235}" presName="compNode" presStyleCnt="0"/>
      <dgm:spPr/>
    </dgm:pt>
    <dgm:pt modelId="{0B04EF54-454B-49F6-8C76-47A9B1406235}" type="pres">
      <dgm:prSet presAssocID="{ACA8E653-B7CC-4D6D-94F7-22F9E896C235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B7E5C52-856A-4C3A-9FFD-C8545DE7DD6B}" type="pres">
      <dgm:prSet presAssocID="{ACA8E653-B7CC-4D6D-94F7-22F9E896C235}" presName="spaceRect" presStyleCnt="0"/>
      <dgm:spPr/>
    </dgm:pt>
    <dgm:pt modelId="{D82A2101-F74A-4A03-82D4-61B0202B77F9}" type="pres">
      <dgm:prSet presAssocID="{ACA8E653-B7CC-4D6D-94F7-22F9E896C235}" presName="textRect" presStyleLbl="revTx" presStyleIdx="4" presStyleCnt="7">
        <dgm:presLayoutVars>
          <dgm:chMax val="1"/>
          <dgm:chPref val="1"/>
        </dgm:presLayoutVars>
      </dgm:prSet>
      <dgm:spPr/>
    </dgm:pt>
    <dgm:pt modelId="{3A30C26C-30E8-45C3-9FD8-99CF455ABB97}" type="pres">
      <dgm:prSet presAssocID="{5FA4E9D4-1925-4249-B8F7-E32C76C4DAD0}" presName="sibTrans" presStyleCnt="0"/>
      <dgm:spPr/>
    </dgm:pt>
    <dgm:pt modelId="{777C64ED-60A0-469F-BC89-F8FEA21860AB}" type="pres">
      <dgm:prSet presAssocID="{507037B3-9521-4204-8160-EEDC9B590F00}" presName="compNode" presStyleCnt="0"/>
      <dgm:spPr/>
    </dgm:pt>
    <dgm:pt modelId="{D66881A8-1859-482F-9543-B428EF6FAB75}" type="pres">
      <dgm:prSet presAssocID="{507037B3-9521-4204-8160-EEDC9B590F00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0D22603-C3E2-4AA9-8E03-1811321BCD8E}" type="pres">
      <dgm:prSet presAssocID="{507037B3-9521-4204-8160-EEDC9B590F00}" presName="spaceRect" presStyleCnt="0"/>
      <dgm:spPr/>
    </dgm:pt>
    <dgm:pt modelId="{5F6A56C0-4F64-4FBE-8A4F-57E83255E280}" type="pres">
      <dgm:prSet presAssocID="{507037B3-9521-4204-8160-EEDC9B590F00}" presName="textRect" presStyleLbl="revTx" presStyleIdx="5" presStyleCnt="7">
        <dgm:presLayoutVars>
          <dgm:chMax val="1"/>
          <dgm:chPref val="1"/>
        </dgm:presLayoutVars>
      </dgm:prSet>
      <dgm:spPr/>
    </dgm:pt>
    <dgm:pt modelId="{3B16E108-2428-4D77-8E36-AACE4C4DAA77}" type="pres">
      <dgm:prSet presAssocID="{7D92FCD1-65A2-4271-970E-15FA070DE82A}" presName="sibTrans" presStyleCnt="0"/>
      <dgm:spPr/>
    </dgm:pt>
    <dgm:pt modelId="{D565D3F8-2C9E-4E1A-B2F3-B8EFDD9F0D0F}" type="pres">
      <dgm:prSet presAssocID="{30600F72-5641-496F-8CEE-C36B24D6CC00}" presName="compNode" presStyleCnt="0"/>
      <dgm:spPr/>
    </dgm:pt>
    <dgm:pt modelId="{72B510AC-F2E3-4AFE-B721-374F66EBFC08}" type="pres">
      <dgm:prSet presAssocID="{30600F72-5641-496F-8CEE-C36B24D6CC00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3DDFFF2-7681-4C8F-9677-50472C307C56}" type="pres">
      <dgm:prSet presAssocID="{30600F72-5641-496F-8CEE-C36B24D6CC00}" presName="spaceRect" presStyleCnt="0"/>
      <dgm:spPr/>
    </dgm:pt>
    <dgm:pt modelId="{88E93378-1053-44F7-9DF7-E34E72664488}" type="pres">
      <dgm:prSet presAssocID="{30600F72-5641-496F-8CEE-C36B24D6CC00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6170950A-BFD1-4DF2-BD6C-D35A7390CD22}" type="presOf" srcId="{1B350FEF-2226-44AE-8D44-8DA37BEF26F0}" destId="{2337913D-2FF5-43C0-9FC0-231ECE2272FD}" srcOrd="0" destOrd="0" presId="urn:microsoft.com/office/officeart/2018/2/layout/IconLabelList"/>
    <dgm:cxn modelId="{8839C51B-B3B6-4749-BBD2-B22823C2321C}" srcId="{2BB2F1FE-DAA8-4193-A472-9F3DFB7C304C}" destId="{30600F72-5641-496F-8CEE-C36B24D6CC00}" srcOrd="6" destOrd="0" parTransId="{96D1943C-8B0B-42E4-A4A9-158609910DFF}" sibTransId="{BED89D06-1257-4AE0-B231-BF6188E9F42C}"/>
    <dgm:cxn modelId="{F400202A-4450-4937-B630-B993E2F80C6A}" type="presOf" srcId="{A8264F11-B58C-4746-BC24-7DAF922796AA}" destId="{DC8B5215-240C-459C-B929-3B0D7BD8B68C}" srcOrd="0" destOrd="0" presId="urn:microsoft.com/office/officeart/2018/2/layout/IconLabelList"/>
    <dgm:cxn modelId="{A9D67732-2D0A-4F21-A117-28766C1F9FB1}" srcId="{2BB2F1FE-DAA8-4193-A472-9F3DFB7C304C}" destId="{507037B3-9521-4204-8160-EEDC9B590F00}" srcOrd="5" destOrd="0" parTransId="{78B5F1C9-FA3C-4397-BAF7-D08A21F370CF}" sibTransId="{7D92FCD1-65A2-4271-970E-15FA070DE82A}"/>
    <dgm:cxn modelId="{58344E35-000B-4EBC-955F-9B1C3437CB1E}" type="presOf" srcId="{82AF630B-2050-4260-9B9D-8E4EE7D9253A}" destId="{9EAD0577-6AA9-406A-822F-FF7E9350BD85}" srcOrd="0" destOrd="0" presId="urn:microsoft.com/office/officeart/2018/2/layout/IconLabelList"/>
    <dgm:cxn modelId="{D7EE2A3C-DFA3-4DF3-8E5A-F7BE3AC8F1E1}" srcId="{2BB2F1FE-DAA8-4193-A472-9F3DFB7C304C}" destId="{03AA6F30-356C-4F7B-8296-8B8579DD6E33}" srcOrd="2" destOrd="0" parTransId="{E59B266D-648C-4366-9E8F-996FF932CF0B}" sibTransId="{BE201D75-DDB5-463A-A9CE-80E7111E6D57}"/>
    <dgm:cxn modelId="{E19B9F5E-12C8-432E-A787-F5008872D1BC}" type="presOf" srcId="{ACA8E653-B7CC-4D6D-94F7-22F9E896C235}" destId="{D82A2101-F74A-4A03-82D4-61B0202B77F9}" srcOrd="0" destOrd="0" presId="urn:microsoft.com/office/officeart/2018/2/layout/IconLabelList"/>
    <dgm:cxn modelId="{82BA8D62-610A-41F9-9877-32D9B66B430A}" type="presOf" srcId="{03AA6F30-356C-4F7B-8296-8B8579DD6E33}" destId="{E0C8C620-74D2-42AF-923E-85F97424E97C}" srcOrd="0" destOrd="0" presId="urn:microsoft.com/office/officeart/2018/2/layout/IconLabelList"/>
    <dgm:cxn modelId="{69D6FC70-9132-4DC6-8274-F0D0FD6C6BDD}" srcId="{2BB2F1FE-DAA8-4193-A472-9F3DFB7C304C}" destId="{ACA8E653-B7CC-4D6D-94F7-22F9E896C235}" srcOrd="4" destOrd="0" parTransId="{9068F9B7-621C-401A-B76E-B60D227AFBD7}" sibTransId="{5FA4E9D4-1925-4249-B8F7-E32C76C4DAD0}"/>
    <dgm:cxn modelId="{23561772-C670-4A44-B0AA-90F85CBD8399}" type="presOf" srcId="{507037B3-9521-4204-8160-EEDC9B590F00}" destId="{5F6A56C0-4F64-4FBE-8A4F-57E83255E280}" srcOrd="0" destOrd="0" presId="urn:microsoft.com/office/officeart/2018/2/layout/IconLabelList"/>
    <dgm:cxn modelId="{91CF4759-F8C2-4729-BAD2-09144B5A2762}" srcId="{2BB2F1FE-DAA8-4193-A472-9F3DFB7C304C}" destId="{1B350FEF-2226-44AE-8D44-8DA37BEF26F0}" srcOrd="0" destOrd="0" parTransId="{2A3BE67E-BED8-4318-B517-B8900A24ED08}" sibTransId="{9A715DC1-092F-4404-834D-B0B2475B8160}"/>
    <dgm:cxn modelId="{8D2BD281-BEE2-4BDA-81F6-EAB58E757714}" type="presOf" srcId="{30600F72-5641-496F-8CEE-C36B24D6CC00}" destId="{88E93378-1053-44F7-9DF7-E34E72664488}" srcOrd="0" destOrd="0" presId="urn:microsoft.com/office/officeart/2018/2/layout/IconLabelList"/>
    <dgm:cxn modelId="{3BF8D79D-A6C9-4D64-A6E4-12CA58C95F53}" srcId="{2BB2F1FE-DAA8-4193-A472-9F3DFB7C304C}" destId="{A8264F11-B58C-4746-BC24-7DAF922796AA}" srcOrd="3" destOrd="0" parTransId="{E74EFFE5-25C9-4D13-9BA5-760B3764ECD4}" sibTransId="{243072E2-B380-44FF-A26C-E1CD05AAABCD}"/>
    <dgm:cxn modelId="{FC6659A0-92B7-4DA8-90D5-DC6BD0C454C4}" type="presOf" srcId="{2BB2F1FE-DAA8-4193-A472-9F3DFB7C304C}" destId="{3C86B716-84B3-42DA-9F35-BE3C7E26035F}" srcOrd="0" destOrd="0" presId="urn:microsoft.com/office/officeart/2018/2/layout/IconLabelList"/>
    <dgm:cxn modelId="{21E3A7E7-C1B7-470C-A386-5A6740627042}" srcId="{2BB2F1FE-DAA8-4193-A472-9F3DFB7C304C}" destId="{82AF630B-2050-4260-9B9D-8E4EE7D9253A}" srcOrd="1" destOrd="0" parTransId="{F4DDE36D-C054-44A0-8E4D-8BF242D3648F}" sibTransId="{1ECCCF7C-95D3-4B6E-9460-6E577C54CBAB}"/>
    <dgm:cxn modelId="{F3404D5C-A3F2-40F8-A9E2-6E126E59A907}" type="presParOf" srcId="{3C86B716-84B3-42DA-9F35-BE3C7E26035F}" destId="{DEF4B6E8-BDB6-45F2-96C4-9FEA93A19168}" srcOrd="0" destOrd="0" presId="urn:microsoft.com/office/officeart/2018/2/layout/IconLabelList"/>
    <dgm:cxn modelId="{2F796218-FF8D-4C26-B0FC-8BA06B7122E3}" type="presParOf" srcId="{DEF4B6E8-BDB6-45F2-96C4-9FEA93A19168}" destId="{450201CD-6A03-49A6-9628-4EEED7067460}" srcOrd="0" destOrd="0" presId="urn:microsoft.com/office/officeart/2018/2/layout/IconLabelList"/>
    <dgm:cxn modelId="{46D35B1D-361B-443D-AA9B-A664C37F2D23}" type="presParOf" srcId="{DEF4B6E8-BDB6-45F2-96C4-9FEA93A19168}" destId="{C9EDE6AE-4309-4EFB-9ED1-E22EF9076988}" srcOrd="1" destOrd="0" presId="urn:microsoft.com/office/officeart/2018/2/layout/IconLabelList"/>
    <dgm:cxn modelId="{1BB83066-095C-4514-8264-E4DD4D511B02}" type="presParOf" srcId="{DEF4B6E8-BDB6-45F2-96C4-9FEA93A19168}" destId="{2337913D-2FF5-43C0-9FC0-231ECE2272FD}" srcOrd="2" destOrd="0" presId="urn:microsoft.com/office/officeart/2018/2/layout/IconLabelList"/>
    <dgm:cxn modelId="{912959AD-A013-4DDC-BE21-EA535DA997B3}" type="presParOf" srcId="{3C86B716-84B3-42DA-9F35-BE3C7E26035F}" destId="{C8EA35AC-B3C0-4E36-A17E-09986669B05E}" srcOrd="1" destOrd="0" presId="urn:microsoft.com/office/officeart/2018/2/layout/IconLabelList"/>
    <dgm:cxn modelId="{3E0079E0-C28F-4365-939A-9490FBBE136E}" type="presParOf" srcId="{3C86B716-84B3-42DA-9F35-BE3C7E26035F}" destId="{AC3A1552-FA2E-4A76-8368-CC10CCB7B6B3}" srcOrd="2" destOrd="0" presId="urn:microsoft.com/office/officeart/2018/2/layout/IconLabelList"/>
    <dgm:cxn modelId="{271792FB-30B7-4976-B3EA-96C6C567555C}" type="presParOf" srcId="{AC3A1552-FA2E-4A76-8368-CC10CCB7B6B3}" destId="{109213E3-F858-4964-B53D-88519EB00181}" srcOrd="0" destOrd="0" presId="urn:microsoft.com/office/officeart/2018/2/layout/IconLabelList"/>
    <dgm:cxn modelId="{A44C2539-F7B6-4FF7-8798-0B132E731539}" type="presParOf" srcId="{AC3A1552-FA2E-4A76-8368-CC10CCB7B6B3}" destId="{863C8CE2-0AEC-48E2-9ADB-363D249ACACA}" srcOrd="1" destOrd="0" presId="urn:microsoft.com/office/officeart/2018/2/layout/IconLabelList"/>
    <dgm:cxn modelId="{0F91213F-2BD2-4C6C-A495-D5BEBF3FB888}" type="presParOf" srcId="{AC3A1552-FA2E-4A76-8368-CC10CCB7B6B3}" destId="{9EAD0577-6AA9-406A-822F-FF7E9350BD85}" srcOrd="2" destOrd="0" presId="urn:microsoft.com/office/officeart/2018/2/layout/IconLabelList"/>
    <dgm:cxn modelId="{1ED8430C-1CED-43A6-A58B-647E904FF449}" type="presParOf" srcId="{3C86B716-84B3-42DA-9F35-BE3C7E26035F}" destId="{086DB1AE-9E01-4598-9B9B-A52B354AF07F}" srcOrd="3" destOrd="0" presId="urn:microsoft.com/office/officeart/2018/2/layout/IconLabelList"/>
    <dgm:cxn modelId="{C12F1599-EC06-4AEB-9E43-4C798994AF78}" type="presParOf" srcId="{3C86B716-84B3-42DA-9F35-BE3C7E26035F}" destId="{15975BA5-B0C3-4EB3-990E-001E6A46A85D}" srcOrd="4" destOrd="0" presId="urn:microsoft.com/office/officeart/2018/2/layout/IconLabelList"/>
    <dgm:cxn modelId="{5BDF60F0-F693-47A7-B87F-507AF08591A2}" type="presParOf" srcId="{15975BA5-B0C3-4EB3-990E-001E6A46A85D}" destId="{8C06C9F1-D8C9-4D22-B166-3737085FA90C}" srcOrd="0" destOrd="0" presId="urn:microsoft.com/office/officeart/2018/2/layout/IconLabelList"/>
    <dgm:cxn modelId="{E67A5A8D-396A-48E9-BF2A-CC2588E0D3ED}" type="presParOf" srcId="{15975BA5-B0C3-4EB3-990E-001E6A46A85D}" destId="{AD55F1AD-46A1-4AA3-8D4E-CD43FDAB01A9}" srcOrd="1" destOrd="0" presId="urn:microsoft.com/office/officeart/2018/2/layout/IconLabelList"/>
    <dgm:cxn modelId="{212BF5E1-92A7-458D-A956-C3D983B37EA9}" type="presParOf" srcId="{15975BA5-B0C3-4EB3-990E-001E6A46A85D}" destId="{E0C8C620-74D2-42AF-923E-85F97424E97C}" srcOrd="2" destOrd="0" presId="urn:microsoft.com/office/officeart/2018/2/layout/IconLabelList"/>
    <dgm:cxn modelId="{0CEDB33A-3886-428C-B96B-A54DDCBC49B6}" type="presParOf" srcId="{3C86B716-84B3-42DA-9F35-BE3C7E26035F}" destId="{7B66DF48-029B-45C5-B6C1-3BDCFEC22FF2}" srcOrd="5" destOrd="0" presId="urn:microsoft.com/office/officeart/2018/2/layout/IconLabelList"/>
    <dgm:cxn modelId="{32062269-10B3-4A5D-8BD2-40440AA9E2A8}" type="presParOf" srcId="{3C86B716-84B3-42DA-9F35-BE3C7E26035F}" destId="{9F304624-86A2-442B-8F87-9E5CB8E34758}" srcOrd="6" destOrd="0" presId="urn:microsoft.com/office/officeart/2018/2/layout/IconLabelList"/>
    <dgm:cxn modelId="{7206577D-1505-4A78-80A9-0493F4E50D1C}" type="presParOf" srcId="{9F304624-86A2-442B-8F87-9E5CB8E34758}" destId="{6909B29D-F539-4ADC-BC29-19963A680CE0}" srcOrd="0" destOrd="0" presId="urn:microsoft.com/office/officeart/2018/2/layout/IconLabelList"/>
    <dgm:cxn modelId="{E0602ED0-6032-424B-B63C-57426FEA8ED3}" type="presParOf" srcId="{9F304624-86A2-442B-8F87-9E5CB8E34758}" destId="{13C88377-0BB6-41F5-85B0-1439B11C801F}" srcOrd="1" destOrd="0" presId="urn:microsoft.com/office/officeart/2018/2/layout/IconLabelList"/>
    <dgm:cxn modelId="{B932DF55-CAE2-4891-AB31-A3606ED6428E}" type="presParOf" srcId="{9F304624-86A2-442B-8F87-9E5CB8E34758}" destId="{DC8B5215-240C-459C-B929-3B0D7BD8B68C}" srcOrd="2" destOrd="0" presId="urn:microsoft.com/office/officeart/2018/2/layout/IconLabelList"/>
    <dgm:cxn modelId="{3D99DBA3-11C5-46E4-BBAD-12E14934D68A}" type="presParOf" srcId="{3C86B716-84B3-42DA-9F35-BE3C7E26035F}" destId="{08F91255-958E-49C9-BA50-98BBDA72C0CC}" srcOrd="7" destOrd="0" presId="urn:microsoft.com/office/officeart/2018/2/layout/IconLabelList"/>
    <dgm:cxn modelId="{EF0DB327-ADE6-4023-AE88-338B74922816}" type="presParOf" srcId="{3C86B716-84B3-42DA-9F35-BE3C7E26035F}" destId="{FCB55269-5D85-47CB-B04D-164B1A5D822F}" srcOrd="8" destOrd="0" presId="urn:microsoft.com/office/officeart/2018/2/layout/IconLabelList"/>
    <dgm:cxn modelId="{C72EC7CE-F712-4C4C-9D03-9588990DBA2E}" type="presParOf" srcId="{FCB55269-5D85-47CB-B04D-164B1A5D822F}" destId="{0B04EF54-454B-49F6-8C76-47A9B1406235}" srcOrd="0" destOrd="0" presId="urn:microsoft.com/office/officeart/2018/2/layout/IconLabelList"/>
    <dgm:cxn modelId="{C1913ACB-2A94-41D3-920A-F221381BCF67}" type="presParOf" srcId="{FCB55269-5D85-47CB-B04D-164B1A5D822F}" destId="{DB7E5C52-856A-4C3A-9FFD-C8545DE7DD6B}" srcOrd="1" destOrd="0" presId="urn:microsoft.com/office/officeart/2018/2/layout/IconLabelList"/>
    <dgm:cxn modelId="{95E7C824-149A-48DD-AD24-14675B23AF9F}" type="presParOf" srcId="{FCB55269-5D85-47CB-B04D-164B1A5D822F}" destId="{D82A2101-F74A-4A03-82D4-61B0202B77F9}" srcOrd="2" destOrd="0" presId="urn:microsoft.com/office/officeart/2018/2/layout/IconLabelList"/>
    <dgm:cxn modelId="{F98695AB-ACA4-4F33-9983-EA58F60BC689}" type="presParOf" srcId="{3C86B716-84B3-42DA-9F35-BE3C7E26035F}" destId="{3A30C26C-30E8-45C3-9FD8-99CF455ABB97}" srcOrd="9" destOrd="0" presId="urn:microsoft.com/office/officeart/2018/2/layout/IconLabelList"/>
    <dgm:cxn modelId="{CCA221E6-4D9C-4BBB-A29B-8808ECA8E949}" type="presParOf" srcId="{3C86B716-84B3-42DA-9F35-BE3C7E26035F}" destId="{777C64ED-60A0-469F-BC89-F8FEA21860AB}" srcOrd="10" destOrd="0" presId="urn:microsoft.com/office/officeart/2018/2/layout/IconLabelList"/>
    <dgm:cxn modelId="{80592DFF-CE7A-4809-A05F-FF4AB0B0713F}" type="presParOf" srcId="{777C64ED-60A0-469F-BC89-F8FEA21860AB}" destId="{D66881A8-1859-482F-9543-B428EF6FAB75}" srcOrd="0" destOrd="0" presId="urn:microsoft.com/office/officeart/2018/2/layout/IconLabelList"/>
    <dgm:cxn modelId="{E7972A89-F7E9-4A7F-9EAB-DA4A753BC578}" type="presParOf" srcId="{777C64ED-60A0-469F-BC89-F8FEA21860AB}" destId="{A0D22603-C3E2-4AA9-8E03-1811321BCD8E}" srcOrd="1" destOrd="0" presId="urn:microsoft.com/office/officeart/2018/2/layout/IconLabelList"/>
    <dgm:cxn modelId="{CF25CEA9-82D5-442D-BD03-7BAB4A87D3D4}" type="presParOf" srcId="{777C64ED-60A0-469F-BC89-F8FEA21860AB}" destId="{5F6A56C0-4F64-4FBE-8A4F-57E83255E280}" srcOrd="2" destOrd="0" presId="urn:microsoft.com/office/officeart/2018/2/layout/IconLabelList"/>
    <dgm:cxn modelId="{6A2F1D08-36D7-4E45-95AC-5D19DC21A02E}" type="presParOf" srcId="{3C86B716-84B3-42DA-9F35-BE3C7E26035F}" destId="{3B16E108-2428-4D77-8E36-AACE4C4DAA77}" srcOrd="11" destOrd="0" presId="urn:microsoft.com/office/officeart/2018/2/layout/IconLabelList"/>
    <dgm:cxn modelId="{4262A21A-48E5-43AF-8C31-AC35273462F7}" type="presParOf" srcId="{3C86B716-84B3-42DA-9F35-BE3C7E26035F}" destId="{D565D3F8-2C9E-4E1A-B2F3-B8EFDD9F0D0F}" srcOrd="12" destOrd="0" presId="urn:microsoft.com/office/officeart/2018/2/layout/IconLabelList"/>
    <dgm:cxn modelId="{BC4F3E8B-B4B1-4037-BC73-C1F92A95E645}" type="presParOf" srcId="{D565D3F8-2C9E-4E1A-B2F3-B8EFDD9F0D0F}" destId="{72B510AC-F2E3-4AFE-B721-374F66EBFC08}" srcOrd="0" destOrd="0" presId="urn:microsoft.com/office/officeart/2018/2/layout/IconLabelList"/>
    <dgm:cxn modelId="{2807C436-F9A9-4DC3-80D7-9963A5DA49E5}" type="presParOf" srcId="{D565D3F8-2C9E-4E1A-B2F3-B8EFDD9F0D0F}" destId="{13DDFFF2-7681-4C8F-9677-50472C307C56}" srcOrd="1" destOrd="0" presId="urn:microsoft.com/office/officeart/2018/2/layout/IconLabelList"/>
    <dgm:cxn modelId="{EC64DC0C-FA18-4DAF-8997-5BE9B61CB8B9}" type="presParOf" srcId="{D565D3F8-2C9E-4E1A-B2F3-B8EFDD9F0D0F}" destId="{88E93378-1053-44F7-9DF7-E34E7266448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F703F-B2BD-45E8-B93E-03D0E4D5921F}">
      <dsp:nvSpPr>
        <dsp:cNvPr id="0" name=""/>
        <dsp:cNvSpPr/>
      </dsp:nvSpPr>
      <dsp:spPr>
        <a:xfrm>
          <a:off x="0" y="430364"/>
          <a:ext cx="6270296" cy="71954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Item    Planned Choice</a:t>
          </a:r>
        </a:p>
      </dsp:txBody>
      <dsp:txXfrm>
        <a:off x="35125" y="465489"/>
        <a:ext cx="6200046" cy="649299"/>
      </dsp:txXfrm>
    </dsp:sp>
    <dsp:sp modelId="{028F02D8-182A-45EA-BEFF-E789A8609590}">
      <dsp:nvSpPr>
        <dsp:cNvPr id="0" name=""/>
        <dsp:cNvSpPr/>
      </dsp:nvSpPr>
      <dsp:spPr>
        <a:xfrm>
          <a:off x="0" y="1236314"/>
          <a:ext cx="6270296" cy="71954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Cipher 1    AES-256-GCM</a:t>
          </a:r>
        </a:p>
      </dsp:txBody>
      <dsp:txXfrm>
        <a:off x="35125" y="1271439"/>
        <a:ext cx="6200046" cy="649299"/>
      </dsp:txXfrm>
    </dsp:sp>
    <dsp:sp modelId="{C9F9D9F4-2617-4D6C-9C7F-45EAA01366D3}">
      <dsp:nvSpPr>
        <dsp:cNvPr id="0" name=""/>
        <dsp:cNvSpPr/>
      </dsp:nvSpPr>
      <dsp:spPr>
        <a:xfrm>
          <a:off x="0" y="2042264"/>
          <a:ext cx="6270296" cy="71954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Cipher 2    ChaCha20-Poly1305</a:t>
          </a:r>
        </a:p>
      </dsp:txBody>
      <dsp:txXfrm>
        <a:off x="35125" y="2077389"/>
        <a:ext cx="6200046" cy="649299"/>
      </dsp:txXfrm>
    </dsp:sp>
    <dsp:sp modelId="{647584CF-9174-4357-A098-E8C609FF616E}">
      <dsp:nvSpPr>
        <dsp:cNvPr id="0" name=""/>
        <dsp:cNvSpPr/>
      </dsp:nvSpPr>
      <dsp:spPr>
        <a:xfrm>
          <a:off x="0" y="2848214"/>
          <a:ext cx="6270296" cy="71954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Key Exchange    Diffie-Hellman</a:t>
          </a:r>
        </a:p>
      </dsp:txBody>
      <dsp:txXfrm>
        <a:off x="35125" y="2883339"/>
        <a:ext cx="6200046" cy="649299"/>
      </dsp:txXfrm>
    </dsp:sp>
    <dsp:sp modelId="{9D175347-318A-4201-AA28-0D87E003B579}">
      <dsp:nvSpPr>
        <dsp:cNvPr id="0" name=""/>
        <dsp:cNvSpPr/>
      </dsp:nvSpPr>
      <dsp:spPr>
        <a:xfrm>
          <a:off x="0" y="3654164"/>
          <a:ext cx="6270296" cy="71954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Integrity    Built-in (GCM/Poly1305)</a:t>
          </a:r>
        </a:p>
      </dsp:txBody>
      <dsp:txXfrm>
        <a:off x="35125" y="3689289"/>
        <a:ext cx="6200046" cy="649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8B70A-B488-40BA-8853-F5B137CAA994}">
      <dsp:nvSpPr>
        <dsp:cNvPr id="0" name=""/>
        <dsp:cNvSpPr/>
      </dsp:nvSpPr>
      <dsp:spPr>
        <a:xfrm>
          <a:off x="2329967" y="7297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3E11C-C6B6-4133-AFB3-DA1EE10BBBC3}">
      <dsp:nvSpPr>
        <dsp:cNvPr id="0" name=""/>
        <dsp:cNvSpPr/>
      </dsp:nvSpPr>
      <dsp:spPr>
        <a:xfrm>
          <a:off x="1141967" y="314403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Secure: TLS 1.3 only, strong ciphers, HSTS on</a:t>
          </a:r>
        </a:p>
      </dsp:txBody>
      <dsp:txXfrm>
        <a:off x="1141967" y="3144033"/>
        <a:ext cx="4320000" cy="720000"/>
      </dsp:txXfrm>
    </dsp:sp>
    <dsp:sp modelId="{CDC80025-04F5-45B2-8256-971ADF7410A8}">
      <dsp:nvSpPr>
        <dsp:cNvPr id="0" name=""/>
        <dsp:cNvSpPr/>
      </dsp:nvSpPr>
      <dsp:spPr>
        <a:xfrm>
          <a:off x="7405968" y="7297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232E2-9883-420A-B4D5-B8A57160C80A}">
      <dsp:nvSpPr>
        <dsp:cNvPr id="0" name=""/>
        <dsp:cNvSpPr/>
      </dsp:nvSpPr>
      <dsp:spPr>
        <a:xfrm>
          <a:off x="6217967" y="314403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Insecure: TLS 1.0 + 1.1, weak ciphers (3DES/RC4), HSTS off</a:t>
          </a:r>
        </a:p>
      </dsp:txBody>
      <dsp:txXfrm>
        <a:off x="6217967" y="3144033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D9D84E-D98F-4E6E-8BD1-4FC8A6D01993}">
      <dsp:nvSpPr>
        <dsp:cNvPr id="0" name=""/>
        <dsp:cNvSpPr/>
      </dsp:nvSpPr>
      <dsp:spPr>
        <a:xfrm>
          <a:off x="118480" y="1631043"/>
          <a:ext cx="997745" cy="997745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B6005-9757-4D12-B3CD-BDA1FF4E1B0F}">
      <dsp:nvSpPr>
        <dsp:cNvPr id="0" name=""/>
        <dsp:cNvSpPr/>
      </dsp:nvSpPr>
      <dsp:spPr>
        <a:xfrm>
          <a:off x="328007" y="1840570"/>
          <a:ext cx="578692" cy="5786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4CBD3-CC1F-4A9A-8223-09183E58C05B}">
      <dsp:nvSpPr>
        <dsp:cNvPr id="0" name=""/>
        <dsp:cNvSpPr/>
      </dsp:nvSpPr>
      <dsp:spPr>
        <a:xfrm>
          <a:off x="1330028" y="1631043"/>
          <a:ext cx="2351827" cy="997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HTTPS connection    Firefox / Lynx</a:t>
          </a:r>
        </a:p>
      </dsp:txBody>
      <dsp:txXfrm>
        <a:off x="1330028" y="1631043"/>
        <a:ext cx="2351827" cy="997745"/>
      </dsp:txXfrm>
    </dsp:sp>
    <dsp:sp modelId="{75637B76-207B-4299-8572-65E8D884214F}">
      <dsp:nvSpPr>
        <dsp:cNvPr id="0" name=""/>
        <dsp:cNvSpPr/>
      </dsp:nvSpPr>
      <dsp:spPr>
        <a:xfrm>
          <a:off x="4091644" y="1631043"/>
          <a:ext cx="997745" cy="997745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07F22-20F1-43AF-9353-66131BEB2259}">
      <dsp:nvSpPr>
        <dsp:cNvPr id="0" name=""/>
        <dsp:cNvSpPr/>
      </dsp:nvSpPr>
      <dsp:spPr>
        <a:xfrm>
          <a:off x="4301170" y="1840570"/>
          <a:ext cx="578692" cy="5786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3738B-4EB3-4B20-BF5E-54868AA49546}">
      <dsp:nvSpPr>
        <dsp:cNvPr id="0" name=""/>
        <dsp:cNvSpPr/>
      </dsp:nvSpPr>
      <dsp:spPr>
        <a:xfrm>
          <a:off x="5303191" y="1631043"/>
          <a:ext cx="2351827" cy="997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Cipher check    openssl s_client</a:t>
          </a:r>
        </a:p>
      </dsp:txBody>
      <dsp:txXfrm>
        <a:off x="5303191" y="1631043"/>
        <a:ext cx="2351827" cy="997745"/>
      </dsp:txXfrm>
    </dsp:sp>
    <dsp:sp modelId="{A43FA52A-314B-46DC-AAF1-D54CD84FE07F}">
      <dsp:nvSpPr>
        <dsp:cNvPr id="0" name=""/>
        <dsp:cNvSpPr/>
      </dsp:nvSpPr>
      <dsp:spPr>
        <a:xfrm>
          <a:off x="118480" y="3705642"/>
          <a:ext cx="997745" cy="997745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46082-8D59-4C68-AB4D-553608CAAD6A}">
      <dsp:nvSpPr>
        <dsp:cNvPr id="0" name=""/>
        <dsp:cNvSpPr/>
      </dsp:nvSpPr>
      <dsp:spPr>
        <a:xfrm>
          <a:off x="328007" y="3915168"/>
          <a:ext cx="578692" cy="5786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DCAB7-5548-40EF-9F8D-9EE65BACB1EB}">
      <dsp:nvSpPr>
        <dsp:cNvPr id="0" name=""/>
        <dsp:cNvSpPr/>
      </dsp:nvSpPr>
      <dsp:spPr>
        <a:xfrm>
          <a:off x="1330028" y="3705642"/>
          <a:ext cx="2351827" cy="997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Packet capture    Wireshark</a:t>
          </a:r>
        </a:p>
      </dsp:txBody>
      <dsp:txXfrm>
        <a:off x="1330028" y="3705642"/>
        <a:ext cx="2351827" cy="997745"/>
      </dsp:txXfrm>
    </dsp:sp>
    <dsp:sp modelId="{E36C7274-2B3F-430C-A3C8-CE19A7849AE0}">
      <dsp:nvSpPr>
        <dsp:cNvPr id="0" name=""/>
        <dsp:cNvSpPr/>
      </dsp:nvSpPr>
      <dsp:spPr>
        <a:xfrm>
          <a:off x="4091644" y="3705642"/>
          <a:ext cx="997745" cy="997745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51A1E-9F53-41D9-ADE5-2A3B9C7B531D}">
      <dsp:nvSpPr>
        <dsp:cNvPr id="0" name=""/>
        <dsp:cNvSpPr/>
      </dsp:nvSpPr>
      <dsp:spPr>
        <a:xfrm>
          <a:off x="4301170" y="3915168"/>
          <a:ext cx="578692" cy="5786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3C968-8601-4DCA-8F8C-A11613BF9DFA}">
      <dsp:nvSpPr>
        <dsp:cNvPr id="0" name=""/>
        <dsp:cNvSpPr/>
      </dsp:nvSpPr>
      <dsp:spPr>
        <a:xfrm>
          <a:off x="5303191" y="3705642"/>
          <a:ext cx="2351827" cy="997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Vuln scan (optional)    testssl.sh</a:t>
          </a:r>
        </a:p>
      </dsp:txBody>
      <dsp:txXfrm>
        <a:off x="5303191" y="3705642"/>
        <a:ext cx="2351827" cy="9977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4007E-DD1A-4F84-A185-26C7E97BB333}">
      <dsp:nvSpPr>
        <dsp:cNvPr id="0" name=""/>
        <dsp:cNvSpPr/>
      </dsp:nvSpPr>
      <dsp:spPr>
        <a:xfrm>
          <a:off x="577341" y="695618"/>
          <a:ext cx="1447480" cy="1447480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B4022-FA30-42C8-AC84-A8911392A945}">
      <dsp:nvSpPr>
        <dsp:cNvPr id="0" name=""/>
        <dsp:cNvSpPr/>
      </dsp:nvSpPr>
      <dsp:spPr>
        <a:xfrm>
          <a:off x="885821" y="1004097"/>
          <a:ext cx="830521" cy="8305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A2C63-5140-48CC-8065-33F02F14BF2D}">
      <dsp:nvSpPr>
        <dsp:cNvPr id="0" name=""/>
        <dsp:cNvSpPr/>
      </dsp:nvSpPr>
      <dsp:spPr>
        <a:xfrm>
          <a:off x="114622" y="2593953"/>
          <a:ext cx="23729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What you learned</a:t>
          </a:r>
        </a:p>
      </dsp:txBody>
      <dsp:txXfrm>
        <a:off x="114622" y="2593953"/>
        <a:ext cx="2372918" cy="720000"/>
      </dsp:txXfrm>
    </dsp:sp>
    <dsp:sp modelId="{B13BAE3D-461B-4196-A5C7-931313441E7D}">
      <dsp:nvSpPr>
        <dsp:cNvPr id="0" name=""/>
        <dsp:cNvSpPr/>
      </dsp:nvSpPr>
      <dsp:spPr>
        <a:xfrm>
          <a:off x="3365521" y="695618"/>
          <a:ext cx="1447480" cy="1447480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7E317-92F7-46B7-B6FF-B1C18FCF486B}">
      <dsp:nvSpPr>
        <dsp:cNvPr id="0" name=""/>
        <dsp:cNvSpPr/>
      </dsp:nvSpPr>
      <dsp:spPr>
        <a:xfrm>
          <a:off x="3674000" y="1004097"/>
          <a:ext cx="830521" cy="8305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8975B-5A83-4802-A226-1EFEBA9C8605}">
      <dsp:nvSpPr>
        <dsp:cNvPr id="0" name=""/>
        <dsp:cNvSpPr/>
      </dsp:nvSpPr>
      <dsp:spPr>
        <a:xfrm>
          <a:off x="2902802" y="2593953"/>
          <a:ext cx="23729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Strength</a:t>
          </a:r>
        </a:p>
      </dsp:txBody>
      <dsp:txXfrm>
        <a:off x="2902802" y="2593953"/>
        <a:ext cx="2372918" cy="720000"/>
      </dsp:txXfrm>
    </dsp:sp>
    <dsp:sp modelId="{EFB57AA6-0A25-4F98-93A8-04AF268C7A4C}">
      <dsp:nvSpPr>
        <dsp:cNvPr id="0" name=""/>
        <dsp:cNvSpPr/>
      </dsp:nvSpPr>
      <dsp:spPr>
        <a:xfrm>
          <a:off x="6153701" y="695618"/>
          <a:ext cx="1447480" cy="1447480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63BF9-D43E-4E0D-9982-1A9BF4325FA4}">
      <dsp:nvSpPr>
        <dsp:cNvPr id="0" name=""/>
        <dsp:cNvSpPr/>
      </dsp:nvSpPr>
      <dsp:spPr>
        <a:xfrm>
          <a:off x="6462180" y="1004097"/>
          <a:ext cx="830521" cy="8305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FF629-6CF3-42C3-97C8-644C7F339743}">
      <dsp:nvSpPr>
        <dsp:cNvPr id="0" name=""/>
        <dsp:cNvSpPr/>
      </dsp:nvSpPr>
      <dsp:spPr>
        <a:xfrm>
          <a:off x="5690981" y="2593953"/>
          <a:ext cx="23729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Weakness</a:t>
          </a:r>
        </a:p>
      </dsp:txBody>
      <dsp:txXfrm>
        <a:off x="5690981" y="2593953"/>
        <a:ext cx="2372918" cy="720000"/>
      </dsp:txXfrm>
    </dsp:sp>
    <dsp:sp modelId="{8D603CA4-7758-4B23-A5EF-7AECC507F2B9}">
      <dsp:nvSpPr>
        <dsp:cNvPr id="0" name=""/>
        <dsp:cNvSpPr/>
      </dsp:nvSpPr>
      <dsp:spPr>
        <a:xfrm>
          <a:off x="8941880" y="695618"/>
          <a:ext cx="1447480" cy="1447480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832F6-8E44-4220-86C9-3C4D91146DB7}">
      <dsp:nvSpPr>
        <dsp:cNvPr id="0" name=""/>
        <dsp:cNvSpPr/>
      </dsp:nvSpPr>
      <dsp:spPr>
        <a:xfrm>
          <a:off x="9250360" y="1004097"/>
          <a:ext cx="830521" cy="8305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FE5D0-E1E1-48F7-9CD3-F0944EC24211}">
      <dsp:nvSpPr>
        <dsp:cNvPr id="0" name=""/>
        <dsp:cNvSpPr/>
      </dsp:nvSpPr>
      <dsp:spPr>
        <a:xfrm>
          <a:off x="8479161" y="2593953"/>
          <a:ext cx="23729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Future</a:t>
          </a:r>
        </a:p>
      </dsp:txBody>
      <dsp:txXfrm>
        <a:off x="8479161" y="2593953"/>
        <a:ext cx="2372918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201CD-6A03-49A6-9628-4EEED7067460}">
      <dsp:nvSpPr>
        <dsp:cNvPr id="0" name=""/>
        <dsp:cNvSpPr/>
      </dsp:nvSpPr>
      <dsp:spPr>
        <a:xfrm>
          <a:off x="1074409" y="471180"/>
          <a:ext cx="597216" cy="597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7913D-2FF5-43C0-9FC0-231ECE2272FD}">
      <dsp:nvSpPr>
        <dsp:cNvPr id="0" name=""/>
        <dsp:cNvSpPr/>
      </dsp:nvSpPr>
      <dsp:spPr>
        <a:xfrm>
          <a:off x="709443" y="1309099"/>
          <a:ext cx="1327148" cy="53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We're Building</a:t>
          </a:r>
        </a:p>
      </dsp:txBody>
      <dsp:txXfrm>
        <a:off x="709443" y="1309099"/>
        <a:ext cx="1327148" cy="530859"/>
      </dsp:txXfrm>
    </dsp:sp>
    <dsp:sp modelId="{109213E3-F858-4964-B53D-88519EB00181}">
      <dsp:nvSpPr>
        <dsp:cNvPr id="0" name=""/>
        <dsp:cNvSpPr/>
      </dsp:nvSpPr>
      <dsp:spPr>
        <a:xfrm>
          <a:off x="2633808" y="471180"/>
          <a:ext cx="597216" cy="597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D0577-6AA9-406A-822F-FF7E9350BD85}">
      <dsp:nvSpPr>
        <dsp:cNvPr id="0" name=""/>
        <dsp:cNvSpPr/>
      </dsp:nvSpPr>
      <dsp:spPr>
        <a:xfrm>
          <a:off x="2268842" y="1309099"/>
          <a:ext cx="1327148" cy="53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CSV Secure File Sync</a:t>
          </a:r>
        </a:p>
      </dsp:txBody>
      <dsp:txXfrm>
        <a:off x="2268842" y="1309099"/>
        <a:ext cx="1327148" cy="530859"/>
      </dsp:txXfrm>
    </dsp:sp>
    <dsp:sp modelId="{8C06C9F1-D8C9-4D22-B166-3737085FA90C}">
      <dsp:nvSpPr>
        <dsp:cNvPr id="0" name=""/>
        <dsp:cNvSpPr/>
      </dsp:nvSpPr>
      <dsp:spPr>
        <a:xfrm>
          <a:off x="4193207" y="471180"/>
          <a:ext cx="597216" cy="597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8C620-74D2-42AF-923E-85F97424E97C}">
      <dsp:nvSpPr>
        <dsp:cNvPr id="0" name=""/>
        <dsp:cNvSpPr/>
      </dsp:nvSpPr>
      <dsp:spPr>
        <a:xfrm>
          <a:off x="3828242" y="1309099"/>
          <a:ext cx="1327148" cy="53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Secure Web App</a:t>
          </a:r>
        </a:p>
      </dsp:txBody>
      <dsp:txXfrm>
        <a:off x="3828242" y="1309099"/>
        <a:ext cx="1327148" cy="530859"/>
      </dsp:txXfrm>
    </dsp:sp>
    <dsp:sp modelId="{6909B29D-F539-4ADC-BC29-19963A680CE0}">
      <dsp:nvSpPr>
        <dsp:cNvPr id="0" name=""/>
        <dsp:cNvSpPr/>
      </dsp:nvSpPr>
      <dsp:spPr>
        <a:xfrm>
          <a:off x="5752607" y="471180"/>
          <a:ext cx="597216" cy="597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B5215-240C-459C-B929-3B0D7BD8B68C}">
      <dsp:nvSpPr>
        <dsp:cNvPr id="0" name=""/>
        <dsp:cNvSpPr/>
      </dsp:nvSpPr>
      <dsp:spPr>
        <a:xfrm>
          <a:off x="5387641" y="1309099"/>
          <a:ext cx="1327148" cy="53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Key Insight</a:t>
          </a:r>
        </a:p>
      </dsp:txBody>
      <dsp:txXfrm>
        <a:off x="5387641" y="1309099"/>
        <a:ext cx="1327148" cy="530859"/>
      </dsp:txXfrm>
    </dsp:sp>
    <dsp:sp modelId="{0B04EF54-454B-49F6-8C76-47A9B1406235}">
      <dsp:nvSpPr>
        <dsp:cNvPr id="0" name=""/>
        <dsp:cNvSpPr/>
      </dsp:nvSpPr>
      <dsp:spPr>
        <a:xfrm>
          <a:off x="7312006" y="471180"/>
          <a:ext cx="597216" cy="597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A2101-F74A-4A03-82D4-61B0202B77F9}">
      <dsp:nvSpPr>
        <dsp:cNvPr id="0" name=""/>
        <dsp:cNvSpPr/>
      </dsp:nvSpPr>
      <dsp:spPr>
        <a:xfrm>
          <a:off x="6947040" y="1309099"/>
          <a:ext cx="1327148" cy="53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Encryption alone is not enough.</a:t>
          </a:r>
        </a:p>
      </dsp:txBody>
      <dsp:txXfrm>
        <a:off x="6947040" y="1309099"/>
        <a:ext cx="1327148" cy="530859"/>
      </dsp:txXfrm>
    </dsp:sp>
    <dsp:sp modelId="{D66881A8-1859-482F-9543-B428EF6FAB75}">
      <dsp:nvSpPr>
        <dsp:cNvPr id="0" name=""/>
        <dsp:cNvSpPr/>
      </dsp:nvSpPr>
      <dsp:spPr>
        <a:xfrm>
          <a:off x="8871406" y="471180"/>
          <a:ext cx="597216" cy="597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A56C0-4F64-4FBE-8A4F-57E83255E280}">
      <dsp:nvSpPr>
        <dsp:cNvPr id="0" name=""/>
        <dsp:cNvSpPr/>
      </dsp:nvSpPr>
      <dsp:spPr>
        <a:xfrm>
          <a:off x="8506440" y="1309099"/>
          <a:ext cx="1327148" cy="53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Final Takeaway</a:t>
          </a:r>
        </a:p>
      </dsp:txBody>
      <dsp:txXfrm>
        <a:off x="8506440" y="1309099"/>
        <a:ext cx="1327148" cy="530859"/>
      </dsp:txXfrm>
    </dsp:sp>
    <dsp:sp modelId="{72B510AC-F2E3-4AFE-B721-374F66EBFC08}">
      <dsp:nvSpPr>
        <dsp:cNvPr id="0" name=""/>
        <dsp:cNvSpPr/>
      </dsp:nvSpPr>
      <dsp:spPr>
        <a:xfrm>
          <a:off x="4972907" y="2171746"/>
          <a:ext cx="597216" cy="5972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93378-1053-44F7-9DF7-E34E72664488}">
      <dsp:nvSpPr>
        <dsp:cNvPr id="0" name=""/>
        <dsp:cNvSpPr/>
      </dsp:nvSpPr>
      <dsp:spPr>
        <a:xfrm>
          <a:off x="4607941" y="3009665"/>
          <a:ext cx="1327148" cy="530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"Security is a system, not a single cipher."</a:t>
          </a:r>
        </a:p>
      </dsp:txBody>
      <dsp:txXfrm>
        <a:off x="4607941" y="3009665"/>
        <a:ext cx="1327148" cy="5308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BCC5E0-87CE-D654-5869-090FEC61B7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79AD7-7E52-627D-0244-B9B1ABCA98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35952-00A2-4831-AF6A-5DD225107B4A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8217E-92C9-3E28-F70C-69028B12A5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0A502-4951-1364-744D-E9CBB1C491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4F626-AFCC-4115-B2D6-97F047F07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97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384B-093F-49E7-B8DB-F37D4F9C9E45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3F96-0975-46A3-AD68-AF15F862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C72496-0C33-4D77-B79D-F464B1F607A0}"/>
              </a:ext>
            </a:extLst>
          </p:cNvPr>
          <p:cNvSpPr/>
          <p:nvPr userDrawn="1"/>
        </p:nvSpPr>
        <p:spPr>
          <a:xfrm>
            <a:off x="0" y="0"/>
            <a:ext cx="12192000" cy="563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24" y="954156"/>
            <a:ext cx="9979152" cy="1490340"/>
          </a:xfrm>
        </p:spPr>
        <p:txBody>
          <a:bodyPr vert="horz" lIns="91440" tIns="182880" rIns="91440" bIns="45720" rtlCol="0" anchor="ctr">
            <a:normAutofit/>
          </a:bodyPr>
          <a:lstStyle>
            <a:lvl1pPr algn="ctr"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500" y="5903844"/>
            <a:ext cx="6477000" cy="7255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A8A4303-5BC1-364E-C3FF-B201E9DA5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4678" y="456509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ctr" rtl="0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fld id="{FBCFCED2-2A81-4B09-B633-8DCF66C5CA96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43300" y="2743200"/>
            <a:ext cx="5105400" cy="2093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1271" b="-3127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41297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322FE29-3C1C-0F7A-BDF0-1D619CAF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CF7EC5-8092-8026-699B-AC3BD06DCC25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D61A-53F7-8096-DD88-55661051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2339-661D-4F06-BAE8-DB130B3B827E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E630-9CC3-0684-1145-B999DCD8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C9D4B-9B04-0E60-5E51-1FE84E3F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0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72157B8-6929-36E6-BA8F-C656253C287F}"/>
              </a:ext>
            </a:extLst>
          </p:cNvPr>
          <p:cNvSpPr/>
          <p:nvPr userDrawn="1"/>
        </p:nvSpPr>
        <p:spPr>
          <a:xfrm>
            <a:off x="0" y="0"/>
            <a:ext cx="12192000" cy="6251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58EE41B-8A13-D929-92DF-C0D81BA9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6144768" cy="2563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3" y="5562600"/>
            <a:ext cx="6144768" cy="52993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86600" y="1295410"/>
            <a:ext cx="5105399" cy="495646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2812" r="-2281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8739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AD036-52DB-6CC7-CB46-2C6DC5194C9D}"/>
              </a:ext>
            </a:extLst>
          </p:cNvPr>
          <p:cNvSpPr/>
          <p:nvPr userDrawn="1"/>
        </p:nvSpPr>
        <p:spPr>
          <a:xfrm>
            <a:off x="6464137" y="227584"/>
            <a:ext cx="5471832" cy="63743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024781C-FC8D-F488-8305-24881D55E70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6464137 w 12192000"/>
              <a:gd name="csY0" fmla="*/ 227584 h 6858000"/>
              <a:gd name="csX1" fmla="*/ 6464137 w 12192000"/>
              <a:gd name="csY1" fmla="*/ 6601968 h 6858000"/>
              <a:gd name="csX2" fmla="*/ 11935969 w 12192000"/>
              <a:gd name="csY2" fmla="*/ 6601968 h 6858000"/>
              <a:gd name="csX3" fmla="*/ 11935969 w 12192000"/>
              <a:gd name="csY3" fmla="*/ 227584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6464137" y="227584"/>
                </a:moveTo>
                <a:lnTo>
                  <a:pt x="6464137" y="6601968"/>
                </a:lnTo>
                <a:lnTo>
                  <a:pt x="11935969" y="6601968"/>
                </a:lnTo>
                <a:lnTo>
                  <a:pt x="11935969" y="22758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259" b="-925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EE544-CAD7-9E6C-0CBE-CF75C55802E5}"/>
              </a:ext>
            </a:extLst>
          </p:cNvPr>
          <p:cNvSpPr/>
          <p:nvPr userDrawn="1"/>
        </p:nvSpPr>
        <p:spPr>
          <a:xfrm>
            <a:off x="6719944" y="483504"/>
            <a:ext cx="4960218" cy="58909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8786" y="762001"/>
            <a:ext cx="4422534" cy="3962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3386" y="4920070"/>
            <a:ext cx="4447934" cy="117593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56928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06CC24-9F3B-9474-CEAE-6E547D13A163}"/>
              </a:ext>
            </a:extLst>
          </p:cNvPr>
          <p:cNvSpPr/>
          <p:nvPr userDrawn="1"/>
        </p:nvSpPr>
        <p:spPr>
          <a:xfrm>
            <a:off x="256031" y="227584"/>
            <a:ext cx="5230369" cy="6374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4D80404-085E-0EBA-9979-358248BC29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256031 w 12192000"/>
              <a:gd name="csY0" fmla="*/ 227584 h 6858000"/>
              <a:gd name="csX1" fmla="*/ 256031 w 12192000"/>
              <a:gd name="csY1" fmla="*/ 6601968 h 6858000"/>
              <a:gd name="csX2" fmla="*/ 5486400 w 12192000"/>
              <a:gd name="csY2" fmla="*/ 6601968 h 6858000"/>
              <a:gd name="csX3" fmla="*/ 5486400 w 12192000"/>
              <a:gd name="csY3" fmla="*/ 227584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256031" y="227584"/>
                </a:moveTo>
                <a:lnTo>
                  <a:pt x="256031" y="6601968"/>
                </a:lnTo>
                <a:lnTo>
                  <a:pt x="5486400" y="6601968"/>
                </a:lnTo>
                <a:lnTo>
                  <a:pt x="5486400" y="22758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259" b="-9259"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ED739-2D1F-4910-EC6A-18B2A122E1EC}"/>
              </a:ext>
            </a:extLst>
          </p:cNvPr>
          <p:cNvSpPr/>
          <p:nvPr userDrawn="1"/>
        </p:nvSpPr>
        <p:spPr>
          <a:xfrm>
            <a:off x="507909" y="483615"/>
            <a:ext cx="4722459" cy="44404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939" y="739646"/>
            <a:ext cx="4210397" cy="39283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938" y="5180075"/>
            <a:ext cx="4210397" cy="111658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8802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485C29-46F5-8B5B-718F-B29132B986A2}"/>
              </a:ext>
            </a:extLst>
          </p:cNvPr>
          <p:cNvSpPr/>
          <p:nvPr userDrawn="1"/>
        </p:nvSpPr>
        <p:spPr>
          <a:xfrm>
            <a:off x="255807" y="250538"/>
            <a:ext cx="11679937" cy="63516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BC902-1EA2-4077-E45E-EC14A0F9282A}"/>
              </a:ext>
            </a:extLst>
          </p:cNvPr>
          <p:cNvSpPr/>
          <p:nvPr userDrawn="1"/>
        </p:nvSpPr>
        <p:spPr>
          <a:xfrm flipV="1">
            <a:off x="484185" y="4693206"/>
            <a:ext cx="11222960" cy="16806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185" y="548639"/>
            <a:ext cx="11222960" cy="3818289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8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428" y="5019483"/>
            <a:ext cx="10666474" cy="102805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2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8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FE238E-473B-F218-4691-DBD9F72415BF}"/>
              </a:ext>
            </a:extLst>
          </p:cNvPr>
          <p:cNvSpPr/>
          <p:nvPr userDrawn="1"/>
        </p:nvSpPr>
        <p:spPr>
          <a:xfrm>
            <a:off x="256031" y="0"/>
            <a:ext cx="802538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56973"/>
            <a:ext cx="7312154" cy="3124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72000"/>
            <a:ext cx="7312154" cy="1828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85619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A8560A-79D4-5B73-6291-422A0DB02141}"/>
              </a:ext>
            </a:extLst>
          </p:cNvPr>
          <p:cNvSpPr/>
          <p:nvPr userDrawn="1"/>
        </p:nvSpPr>
        <p:spPr>
          <a:xfrm>
            <a:off x="1" y="1575816"/>
            <a:ext cx="8281416" cy="52821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A8984A-B3BC-624A-F8E3-EAFB97645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" y="2286000"/>
            <a:ext cx="7312154" cy="4215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2A1CB9B-9887-69E1-E7DE-9371D28B6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" y="356616"/>
            <a:ext cx="7312154" cy="86258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8739" y="356616"/>
            <a:ext cx="1572768" cy="862584"/>
          </a:xfrm>
        </p:spPr>
        <p:txBody>
          <a:bodyPr anchor="t"/>
          <a:lstStyle>
            <a:lvl1pPr algn="r">
              <a:defRPr sz="900"/>
            </a:lvl1pPr>
          </a:lstStyle>
          <a:p>
            <a:pPr algn="r"/>
            <a:fld id="{0E81673B-3FC2-4E54-8C83-4C7DC485507F}" type="datetime1">
              <a:rPr lang="en-US" smtClean="0"/>
              <a:t>5/24/2026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70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6032" y="1417672"/>
            <a:ext cx="8266176" cy="475452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BDA460-830F-4AA6-F9DB-2D750A01945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13DC0-0D45-BD3D-1639-5624EC53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D43E5-B15A-45F5-B9D6-FA1AA27CB20E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1BD1F-2831-0E76-A2CE-A602C02A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F53F2-522C-C9F5-1265-40973E92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6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2D9913-95B6-1242-5239-908CAE8B878F}"/>
              </a:ext>
            </a:extLst>
          </p:cNvPr>
          <p:cNvSpPr/>
          <p:nvPr userDrawn="1"/>
        </p:nvSpPr>
        <p:spPr>
          <a:xfrm>
            <a:off x="6211378" y="0"/>
            <a:ext cx="5980622" cy="6857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3B4ED858-B4C8-D588-5E0F-E0339617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724814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67186" y="259080"/>
            <a:ext cx="5469006" cy="6141720"/>
          </a:xfrm>
        </p:spPr>
        <p:txBody>
          <a:bodyPr anchor="ctr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685800" indent="-4572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romanLcPeriod"/>
              <a:defRPr sz="1600"/>
            </a:lvl3pPr>
            <a:lvl4pPr marL="1028700" indent="-342900">
              <a:buFont typeface="+mj-lt"/>
              <a:buAutoNum type="arabicParenR"/>
              <a:defRPr sz="1600"/>
            </a:lvl4pPr>
            <a:lvl5pPr marL="1257300" indent="-342900"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2E024-1087-0EB1-9F31-95E6F50E5E4A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B9588-562A-1BEF-B08A-239C63F913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85AD855-B6A9-45FE-8206-F414B1365F63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521D2-E7E5-3E94-B030-53C592CEF2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CBDB3-7732-B0C6-D1C8-D3D441D52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7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030A8A-DA2E-2835-079F-6D5FC01C234F}"/>
              </a:ext>
            </a:extLst>
          </p:cNvPr>
          <p:cNvSpPr/>
          <p:nvPr userDrawn="1"/>
        </p:nvSpPr>
        <p:spPr>
          <a:xfrm>
            <a:off x="6170390" y="0"/>
            <a:ext cx="602160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3B4ED858-B4C8-D588-5E0F-E0339617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658550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462" y="1752601"/>
            <a:ext cx="5648898" cy="4267200"/>
          </a:xfrm>
        </p:spPr>
        <p:txBody>
          <a:bodyPr anchor="b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685800" indent="-4572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romanLcPeriod"/>
              <a:defRPr sz="1600"/>
            </a:lvl3pPr>
            <a:lvl4pPr marL="1028700" indent="-342900">
              <a:buFont typeface="+mj-lt"/>
              <a:buAutoNum type="arabicParenR"/>
              <a:defRPr sz="1600"/>
            </a:lvl4pPr>
            <a:lvl5pPr marL="1257300" indent="-342900"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2E024-1087-0EB1-9F31-95E6F50E5E4A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A1276F7D-9BED-0477-998A-E05E63DCB6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64136" y="256032"/>
            <a:ext cx="5471832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981" r="-3698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8EB5B87-9C92-464B-2B9B-D32212DA200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786384" cy="310896"/>
          </a:xfrm>
        </p:spPr>
        <p:txBody>
          <a:bodyPr/>
          <a:lstStyle/>
          <a:p>
            <a:fld id="{3EBEE9DC-FCA4-4C80-9FDD-7967EB0E623D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791EC7-AA43-0BDA-FFCE-B410D568FD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DF0145B-542B-F441-E010-6E114A4525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06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B86E5-7EBB-937A-4654-48BF15F62580}"/>
              </a:ext>
            </a:extLst>
          </p:cNvPr>
          <p:cNvSpPr/>
          <p:nvPr userDrawn="1"/>
        </p:nvSpPr>
        <p:spPr>
          <a:xfrm>
            <a:off x="256031" y="2095509"/>
            <a:ext cx="11679936" cy="2666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F284F64-C3D8-E65B-7811-52097CB3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2"/>
            <a:ext cx="4745737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0686C6E6-E47B-8F13-DC6E-8403C584947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169920" y="2514599"/>
            <a:ext cx="5852160" cy="1828800"/>
          </a:xfrm>
        </p:spPr>
        <p:txBody>
          <a:bodyPr anchor="ctr"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685800" indent="-4572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100"/>
            </a:lvl4pPr>
            <a:lvl5pPr marL="1257300" indent="-342900">
              <a:buFont typeface="+mj-lt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645E9A-CB56-E67D-BBCC-C2CF906D548C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CC197-8F68-545E-67D5-95AD97407D7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5CACD7-EFFC-4E89-9B4E-39243CB5D00E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133755D-45FC-EFE0-4216-7D11683493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0606384-BEE1-2E1B-C3ED-7486648341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96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F1B52C-7528-2E4F-BD49-AD7FDBB32AB0}"/>
              </a:ext>
            </a:extLst>
          </p:cNvPr>
          <p:cNvSpPr/>
          <p:nvPr userDrawn="1"/>
        </p:nvSpPr>
        <p:spPr>
          <a:xfrm>
            <a:off x="-1" y="0"/>
            <a:ext cx="8049991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2066CEA7-B3E8-E17B-D790-401051C90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7536850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078917-2C15-EB91-6C1A-7E17A7346A98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7533803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7599EFB-10D6-4260-D207-0E9896818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05799" y="1490070"/>
            <a:ext cx="3630391" cy="4910729"/>
          </a:xfrm>
        </p:spPr>
        <p:txBody>
          <a:bodyPr anchor="b"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685800" indent="-4572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100"/>
            </a:lvl4pPr>
            <a:lvl5pPr marL="1257300" indent="-342900">
              <a:buFont typeface="+mj-lt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7E32D2-E91D-414B-321E-C7A4D1EDF8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F1FCFC-AF78-4E03-BA6F-1F31496F9C4B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008515-23E2-0EC9-4793-B535E97854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45909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55CBC4-10EB-8CAC-2CA7-D2E18C8E8F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03787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4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CBC5A-7F23-2C81-D69C-D4A06564DEA6}"/>
              </a:ext>
            </a:extLst>
          </p:cNvPr>
          <p:cNvSpPr/>
          <p:nvPr userDrawn="1"/>
        </p:nvSpPr>
        <p:spPr>
          <a:xfrm>
            <a:off x="0" y="0"/>
            <a:ext cx="620832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20867A2-CC6C-557E-FB19-8B22A61A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696712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D8E27E-7C22-A54A-D312-452454BD1162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8BDC202-337F-11EC-3144-E3B57019602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64137" y="271780"/>
            <a:ext cx="5472054" cy="6147625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86C7C-C000-6C21-3D3B-DEC37CE2B04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8F81C0-D6D4-4A86-B1F0-9C133453E490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FB82366-17B7-64B3-8522-E8240E57B6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98A52F-014D-C6D2-FEF9-87804847FD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06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CBC5A-7F23-2C81-D69C-D4A06564DEA6}"/>
              </a:ext>
            </a:extLst>
          </p:cNvPr>
          <p:cNvSpPr/>
          <p:nvPr userDrawn="1"/>
        </p:nvSpPr>
        <p:spPr>
          <a:xfrm>
            <a:off x="0" y="0"/>
            <a:ext cx="390643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29BAD13-9E9F-D01A-D840-C817BBEC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376918" cy="2078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73459B-9B2A-8F9C-E540-D3221567B5E9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376918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00A3EDC-F03F-04F8-4D74-123F069ADB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2468" y="256031"/>
            <a:ext cx="7773500" cy="63344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7655-7283-5E90-CE00-B7420B6E976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6304C2CF-A6FB-45B7-9979-365AFB02185A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B0FDBC-46D6-F7AB-484D-D63A5A4734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95718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44184-8321-7F35-F381-93991066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19855" y="6400800"/>
            <a:ext cx="313095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89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A689BE-91FD-C821-2527-97BA9AC1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446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2A57DC-131D-03B4-1B42-E4BFE54FAC1D}"/>
              </a:ext>
            </a:extLst>
          </p:cNvPr>
          <p:cNvSpPr/>
          <p:nvPr userDrawn="1"/>
        </p:nvSpPr>
        <p:spPr>
          <a:xfrm>
            <a:off x="256032" y="2908916"/>
            <a:ext cx="11679936" cy="3180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276600"/>
            <a:ext cx="10966703" cy="24646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3D0EB8-A18F-7BCE-AE2D-CB6A1F1F2EA8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69CDA-85D5-E306-C1AD-7EF9508F67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F277DB-86D0-4715-B262-147D5A766622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E62DA-1AA3-8515-DF42-4E891740FD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F65A-3384-6082-E0DD-E03E405AFE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07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B8F5A7-AD68-E5AE-72C7-BB3140F5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11679936" cy="794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D957C5-2293-23D2-0810-08DDD9013E84}"/>
              </a:ext>
            </a:extLst>
          </p:cNvPr>
          <p:cNvSpPr/>
          <p:nvPr userDrawn="1"/>
        </p:nvSpPr>
        <p:spPr>
          <a:xfrm>
            <a:off x="256032" y="1295400"/>
            <a:ext cx="11679936" cy="47945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99D7369-0F60-D9CD-14EE-7B23323DCB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1687865"/>
            <a:ext cx="10966703" cy="4009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6FDE10-C7DF-6DA1-64F2-AFD299F3CF1B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F533E-B2CF-7FE5-3180-A12323CD2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6EA85DD-2AA1-4995-B230-0B516D11ECB3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99D13-D059-FE2F-A0D7-143B631712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0C3FF-C52D-F0A2-BB2A-3F775B0564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6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04332BF-F66D-9E49-A926-92F2ED5D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53605EB3-F8B3-E2AD-6EE3-A683D4D55C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2984" y="1487023"/>
            <a:ext cx="4623816" cy="5370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7119" r="-371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48654" y="1487023"/>
            <a:ext cx="6684266" cy="34659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5A4B05-6F65-90BA-801B-1EA8A553EE27}"/>
              </a:ext>
            </a:extLst>
          </p:cNvPr>
          <p:cNvCxnSpPr>
            <a:cxnSpLocks/>
          </p:cNvCxnSpPr>
          <p:nvPr userDrawn="1"/>
        </p:nvCxnSpPr>
        <p:spPr>
          <a:xfrm>
            <a:off x="5245606" y="6400800"/>
            <a:ext cx="669036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3708F-848C-061E-4117-70C7D852054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72478" y="6400800"/>
            <a:ext cx="786384" cy="310896"/>
          </a:xfrm>
        </p:spPr>
        <p:txBody>
          <a:bodyPr/>
          <a:lstStyle/>
          <a:p>
            <a:fld id="{58454141-3D11-43DE-A6B0-577A0BB7E3B5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53624-6869-4A23-AC87-8BE89D26FF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E76D4-68E1-EC39-B251-D50D2BB825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71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54AAE7-F71A-9FE0-73C8-A9BB03C96F0E}"/>
              </a:ext>
            </a:extLst>
          </p:cNvPr>
          <p:cNvSpPr/>
          <p:nvPr userDrawn="1"/>
        </p:nvSpPr>
        <p:spPr>
          <a:xfrm>
            <a:off x="0" y="0"/>
            <a:ext cx="6208328" cy="6857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188FA3A-8BB9-CC26-9927-E42DE205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696712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5808" y="1768471"/>
            <a:ext cx="5696712" cy="44356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7B3739-3334-007A-75EE-C3FE00EA8B44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42482948-34A6-76CA-C003-B7503694AE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136" y="256032"/>
            <a:ext cx="5471832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981" r="-3698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DF659-A755-A79D-6E24-5F8F71697C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5F2A10D-EC27-494F-A313-9B040432334F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50ABD-FB4A-9124-BEAC-49E752425BD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4F9F0-203E-6B26-BA57-503DCCB4CD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6406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54AAE7-F71A-9FE0-73C8-A9BB03C96F0E}"/>
              </a:ext>
            </a:extLst>
          </p:cNvPr>
          <p:cNvSpPr/>
          <p:nvPr userDrawn="1"/>
        </p:nvSpPr>
        <p:spPr>
          <a:xfrm>
            <a:off x="0" y="0"/>
            <a:ext cx="7872760" cy="6857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188FA3A-8BB9-CC26-9927-E42DE205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8" y="259080"/>
            <a:ext cx="7323043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5808" y="1768471"/>
            <a:ext cx="7323042" cy="44356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7B3739-3334-007A-75EE-C3FE00EA8B44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731999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42482948-34A6-76CA-C003-B7503694AE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8568" y="256032"/>
            <a:ext cx="3807400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006" r="-7500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4A118-055B-0D9C-2778-2C934C60F2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67BB6DB-B723-4EDA-876C-FB95696DA514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1D6D5-5FC2-E7AD-3C95-260D9B0E4E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32100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613BE-5265-138A-8259-315844B19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89978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582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C5508A7-F1A8-2A4A-57C1-59385167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4CC3B0DC-B0B2-D201-B386-5EECA06EADF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1487021"/>
            <a:ext cx="4809184" cy="53709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3761" r="-3376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AA1075B-4BAE-BABA-BA2A-82B0D7D6A8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1312" y="1487024"/>
            <a:ext cx="6861608" cy="45697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868ED1-D3C7-119D-FED0-85BE96D905C5}"/>
              </a:ext>
            </a:extLst>
          </p:cNvPr>
          <p:cNvCxnSpPr>
            <a:cxnSpLocks/>
          </p:cNvCxnSpPr>
          <p:nvPr userDrawn="1"/>
        </p:nvCxnSpPr>
        <p:spPr>
          <a:xfrm>
            <a:off x="5071312" y="6400800"/>
            <a:ext cx="686465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EFCEF-E1F0-8583-F8DF-2F1E72792091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5073800" y="6400800"/>
            <a:ext cx="786384" cy="310896"/>
          </a:xfrm>
        </p:spPr>
        <p:txBody>
          <a:bodyPr/>
          <a:lstStyle/>
          <a:p>
            <a:fld id="{CD2EA4EC-23B0-4284-80CA-4AADA4F271C0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CE3EC-99A0-5667-23A4-0B8CB569297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FE593-270B-381B-A568-99311E11137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8810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1FF2C2B-12EB-842B-4C59-06F9E77B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DDA506E-5062-4723-B21E-132125B885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2984" y="1487023"/>
            <a:ext cx="5635752" cy="5370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1477" r="-2147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6208" y="1487024"/>
            <a:ext cx="5696712" cy="47706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6C2619-2115-F3C9-90C9-F7260BECBD36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F67C5-2038-879B-1E4C-11B4A3013D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8195E58A-FCD6-40F6-87A9-A70E4ADDAAC8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C430-C33B-BA59-9E0F-83D2EFED4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A2ADF-A4D2-2680-59AC-B88560B832B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40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FA6D888-5144-F148-B2C8-D80C461C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2"/>
            <a:ext cx="5632705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768472"/>
            <a:ext cx="5611370" cy="4303144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9256" y="256032"/>
            <a:ext cx="5696712" cy="581558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6565" r="-26565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781C71-D9B5-7AC4-5ED4-B8EEC575B5B7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082AB-20EA-E9AE-E7B5-FCA55852354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AC89769-95A6-4255-B825-0CF0DBF7B4FA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A29F3-F429-1DA0-2295-FB8D1FC126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8368-A4DA-2FA6-035C-C1F913B658D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9387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54F4B8-54D0-2177-F9C0-8ABAAB6819FF}"/>
              </a:ext>
            </a:extLst>
          </p:cNvPr>
          <p:cNvSpPr/>
          <p:nvPr userDrawn="1"/>
        </p:nvSpPr>
        <p:spPr>
          <a:xfrm>
            <a:off x="7010400" y="2471928"/>
            <a:ext cx="3921426" cy="25907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E84F3B-701F-97BA-1731-EA2F486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BB9DBD-D5EA-7519-9629-7B62E6219A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3302" y="1344167"/>
            <a:ext cx="11679936" cy="4846321"/>
          </a:xfrm>
          <a:custGeom>
            <a:avLst/>
            <a:gdLst>
              <a:gd name="csX0" fmla="*/ 6757098 w 11679936"/>
              <a:gd name="csY0" fmla="*/ 1127761 h 4846321"/>
              <a:gd name="csX1" fmla="*/ 6757098 w 11679936"/>
              <a:gd name="csY1" fmla="*/ 3718557 h 4846321"/>
              <a:gd name="csX2" fmla="*/ 10678524 w 11679936"/>
              <a:gd name="csY2" fmla="*/ 3718557 h 4846321"/>
              <a:gd name="csX3" fmla="*/ 10678524 w 11679936"/>
              <a:gd name="csY3" fmla="*/ 1127761 h 4846321"/>
              <a:gd name="csX4" fmla="*/ 0 w 11679936"/>
              <a:gd name="csY4" fmla="*/ 0 h 4846321"/>
              <a:gd name="csX5" fmla="*/ 11679936 w 11679936"/>
              <a:gd name="csY5" fmla="*/ 0 h 4846321"/>
              <a:gd name="csX6" fmla="*/ 11679936 w 11679936"/>
              <a:gd name="csY6" fmla="*/ 4846321 h 4846321"/>
              <a:gd name="csX7" fmla="*/ 0 w 11679936"/>
              <a:gd name="csY7" fmla="*/ 4846321 h 4846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679936" h="4846321">
                <a:moveTo>
                  <a:pt x="6757098" y="1127761"/>
                </a:moveTo>
                <a:lnTo>
                  <a:pt x="6757098" y="3718557"/>
                </a:lnTo>
                <a:lnTo>
                  <a:pt x="10678524" y="3718557"/>
                </a:lnTo>
                <a:lnTo>
                  <a:pt x="10678524" y="1127761"/>
                </a:lnTo>
                <a:close/>
                <a:moveTo>
                  <a:pt x="0" y="0"/>
                </a:moveTo>
                <a:lnTo>
                  <a:pt x="11679936" y="0"/>
                </a:lnTo>
                <a:lnTo>
                  <a:pt x="11679936" y="4846321"/>
                </a:lnTo>
                <a:lnTo>
                  <a:pt x="0" y="4846321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0335" b="-30335"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12277" y="2700526"/>
            <a:ext cx="3517672" cy="2133600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4AC192-B29F-F328-8C40-2BA275CCACD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26E88-0607-CB46-8F36-B82ABFB6D32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DB66CF-2F29-4A8A-9F6A-097D71197683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55300-3F74-FC98-7632-E70432FEC65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2247E-D40D-4FF7-4061-C0BA68B9AE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35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4E6258-64B6-EE61-288B-49E3B84B0623}"/>
              </a:ext>
            </a:extLst>
          </p:cNvPr>
          <p:cNvSpPr/>
          <p:nvPr userDrawn="1"/>
        </p:nvSpPr>
        <p:spPr>
          <a:xfrm>
            <a:off x="6239256" y="256032"/>
            <a:ext cx="5696712" cy="5815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FA6D888-5144-F148-B2C8-D80C461C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5632705" cy="734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297450"/>
            <a:ext cx="5611370" cy="4774166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32822" y="278154"/>
            <a:ext cx="5109580" cy="431596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351" r="-1335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781C71-D9B5-7AC4-5ED4-B8EEC575B5B7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83667-EF98-D3CC-B330-9AD8C02C3C9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8082CB56-B26F-4516-9570-398746243708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7D216-F775-603B-F54C-C39798E86C6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2E777-85EF-651A-9F20-3E64C1A92E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5357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E84F3B-701F-97BA-1731-EA2F486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87023"/>
            <a:ext cx="5888736" cy="5370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406" r="-1840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6208" y="1487023"/>
            <a:ext cx="5696712" cy="32373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F4063D5-7918-0CE3-29EC-28CA43E46DE9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B7443-BE71-3426-111D-C3C1EA05EC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F2D894E6-558F-480E-AF6D-AD75038A32A0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386000-B2A3-6CB6-F43F-6C5D036E71C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0C9791F-E395-265D-4B86-78EA9C122F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2081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44B4CF6-8AEA-7287-07CD-28A589432225}"/>
              </a:ext>
            </a:extLst>
          </p:cNvPr>
          <p:cNvSpPr/>
          <p:nvPr userDrawn="1"/>
        </p:nvSpPr>
        <p:spPr>
          <a:xfrm>
            <a:off x="5334000" y="2052828"/>
            <a:ext cx="5816144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E84F3B-701F-97BA-1731-EA2F486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4D25186-BDA1-5844-C3EA-1599F4A0FF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0" y="1344168"/>
            <a:ext cx="11676889" cy="4846320"/>
          </a:xfrm>
          <a:custGeom>
            <a:avLst/>
            <a:gdLst>
              <a:gd name="csX0" fmla="*/ 5077970 w 11676889"/>
              <a:gd name="csY0" fmla="*/ 708660 h 4846320"/>
              <a:gd name="csX1" fmla="*/ 5077970 w 11676889"/>
              <a:gd name="csY1" fmla="*/ 4137660 h 4846320"/>
              <a:gd name="csX2" fmla="*/ 10894114 w 11676889"/>
              <a:gd name="csY2" fmla="*/ 4137660 h 4846320"/>
              <a:gd name="csX3" fmla="*/ 10894114 w 11676889"/>
              <a:gd name="csY3" fmla="*/ 708660 h 4846320"/>
              <a:gd name="csX4" fmla="*/ 0 w 11676889"/>
              <a:gd name="csY4" fmla="*/ 0 h 4846320"/>
              <a:gd name="csX5" fmla="*/ 11676889 w 11676889"/>
              <a:gd name="csY5" fmla="*/ 0 h 4846320"/>
              <a:gd name="csX6" fmla="*/ 11676889 w 11676889"/>
              <a:gd name="csY6" fmla="*/ 4846320 h 4846320"/>
              <a:gd name="csX7" fmla="*/ 0 w 11676889"/>
              <a:gd name="csY7" fmla="*/ 4846320 h 4846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676889" h="4846320">
                <a:moveTo>
                  <a:pt x="5077970" y="708660"/>
                </a:moveTo>
                <a:lnTo>
                  <a:pt x="5077970" y="4137660"/>
                </a:lnTo>
                <a:lnTo>
                  <a:pt x="10894114" y="4137660"/>
                </a:lnTo>
                <a:lnTo>
                  <a:pt x="10894114" y="708660"/>
                </a:lnTo>
                <a:close/>
                <a:moveTo>
                  <a:pt x="0" y="0"/>
                </a:moveTo>
                <a:lnTo>
                  <a:pt x="11676889" y="0"/>
                </a:lnTo>
                <a:lnTo>
                  <a:pt x="11676889" y="4846320"/>
                </a:lnTo>
                <a:lnTo>
                  <a:pt x="0" y="484632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0314" b="-30314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7472" y="2471928"/>
            <a:ext cx="5029200" cy="2590800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4AC192-B29F-F328-8C40-2BA275CCACD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B18B8-3579-EE80-4FB4-84B804C9767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8C5F26-80F7-46F7-9926-1025C1637EE9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D224E-E1E1-0C3A-198C-48D015E47C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F0F7-102D-C23E-3FDF-0C5EA0A547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814E786-E2AA-A41B-9724-06A06049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5611370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0657" y="1828801"/>
            <a:ext cx="4000769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3C452E-02D1-C895-E808-BB9659F7FEE9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E187283-324E-894C-79FC-C49ABF1475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9256" y="256032"/>
            <a:ext cx="5696712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3548" r="-3354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AB257-6575-A4D3-BAC9-F837AD6AC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4570FC-FA23-4423-9CE2-9F27473E2627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1A6450-BB5C-A4BC-9405-A3337CC9E75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02519FC-FE26-2CC7-1DEE-D88EE6E71F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201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8A9582-D77C-312A-C0FB-C061D2BC5A46}"/>
              </a:ext>
            </a:extLst>
          </p:cNvPr>
          <p:cNvSpPr/>
          <p:nvPr userDrawn="1"/>
        </p:nvSpPr>
        <p:spPr>
          <a:xfrm>
            <a:off x="3865677" y="0"/>
            <a:ext cx="8070291" cy="60899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893B5736-DDB2-B7CB-FF08-72237758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376918" cy="58338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E78969B7-6A48-2885-4BE7-23035F5A9A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80398" y="14177"/>
            <a:ext cx="7451867" cy="394822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2914" b="-12914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7AD8B12-D1BF-4455-E0AF-6252BBDA91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0397" y="4312102"/>
            <a:ext cx="7451867" cy="145663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4772FB-1196-DE6C-D79C-918CE7FADC5B}"/>
              </a:ext>
            </a:extLst>
          </p:cNvPr>
          <p:cNvCxnSpPr>
            <a:cxnSpLocks/>
          </p:cNvCxnSpPr>
          <p:nvPr userDrawn="1"/>
        </p:nvCxnSpPr>
        <p:spPr>
          <a:xfrm>
            <a:off x="3865677" y="6400800"/>
            <a:ext cx="807029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96190-E3C7-4FF0-DA97-69A702A0220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02223" y="6400800"/>
            <a:ext cx="786384" cy="310896"/>
          </a:xfrm>
        </p:spPr>
        <p:txBody>
          <a:bodyPr/>
          <a:lstStyle/>
          <a:p>
            <a:fld id="{008C7F6C-4327-4B35-AF56-3858E0C3FCF4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4DAA0-3F6B-E35E-A729-AFBEB21F0A4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748F4-868D-C123-D432-32C18DF6F4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419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0FD458A-EA6E-CFD7-65F1-690FB7392FDC}"/>
              </a:ext>
            </a:extLst>
          </p:cNvPr>
          <p:cNvSpPr/>
          <p:nvPr userDrawn="1"/>
        </p:nvSpPr>
        <p:spPr>
          <a:xfrm>
            <a:off x="3865677" y="0"/>
            <a:ext cx="8070291" cy="60899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9157410-00C2-C142-D04D-267AFE722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376918" cy="2078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2514600"/>
            <a:ext cx="3376918" cy="35814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80398" y="14177"/>
            <a:ext cx="7451867" cy="460206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975" b="-3975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DF9E6F6-1D37-1720-56C0-BAE80D66F733}"/>
              </a:ext>
            </a:extLst>
          </p:cNvPr>
          <p:cNvCxnSpPr>
            <a:cxnSpLocks/>
          </p:cNvCxnSpPr>
          <p:nvPr userDrawn="1"/>
        </p:nvCxnSpPr>
        <p:spPr>
          <a:xfrm>
            <a:off x="3865677" y="6400800"/>
            <a:ext cx="807029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776A-31D6-4E0A-12D3-AC2820400C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02223" y="6400800"/>
            <a:ext cx="786384" cy="310896"/>
          </a:xfrm>
        </p:spPr>
        <p:txBody>
          <a:bodyPr/>
          <a:lstStyle/>
          <a:p>
            <a:fld id="{7539DBF4-F4A0-43A3-86B0-998FC8E1FDC4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89B86-2C63-951B-1E38-AD2B832D1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479E1-7017-C55D-B99C-B37BFC79BF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69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8DF249-41EE-0EE8-E12A-E56B3EFA62B6}"/>
              </a:ext>
            </a:extLst>
          </p:cNvPr>
          <p:cNvSpPr/>
          <p:nvPr userDrawn="1"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7D3F1A7F-BCDC-98E2-3FDD-755AE395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11679936" cy="6583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1D1D3-2907-7514-CADD-BB98CED7D1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143001"/>
            <a:ext cx="11679936" cy="22859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2C7B1BC-64AF-FCBA-DAEC-31D9F8BAAB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657600"/>
            <a:ext cx="5983223" cy="3200400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2318" b="-123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707FAC-BCEF-FA3B-AAE6-300278110F7E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548D5-498B-AC4B-D1F5-830F9BADA3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84614BF7-9F86-4D67-A404-F17EC43BAB31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11C68-663A-E9DB-16D1-F4B0D0CBEA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25BC-803D-401F-3E79-9335C42EEF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3750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59A7CF-D289-4FFC-82C5-11FE0A31842E}"/>
              </a:ext>
            </a:extLst>
          </p:cNvPr>
          <p:cNvSpPr/>
          <p:nvPr userDrawn="1"/>
        </p:nvSpPr>
        <p:spPr>
          <a:xfrm>
            <a:off x="0" y="2911272"/>
            <a:ext cx="12192000" cy="39467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C55927A-CEBB-F7B7-C0CE-88786D203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11679936" cy="6583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143001"/>
            <a:ext cx="11679936" cy="15008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3" y="2911271"/>
            <a:ext cx="11679936" cy="323349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0406" b="-70406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F59347-7B23-22CF-ACB1-303C5D11510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A0971-1F4B-5AB6-A124-95C31AA3E2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CA3B47-AD1A-4E24-9A00-4FE92E798704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BEE02-3B18-8E4C-19B0-BC891EA97E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77AB6-1B11-1A85-F8AB-3EFAE12981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51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097E6F-EDCE-0214-D603-958E722FB8C4}"/>
              </a:ext>
            </a:extLst>
          </p:cNvPr>
          <p:cNvSpPr/>
          <p:nvPr userDrawn="1"/>
        </p:nvSpPr>
        <p:spPr>
          <a:xfrm>
            <a:off x="256032" y="1752600"/>
            <a:ext cx="11679936" cy="43674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D0E3696-6C1B-9F1A-5FB3-07187CC6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956" y="2038892"/>
            <a:ext cx="4957979" cy="382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861" y="2038892"/>
            <a:ext cx="5936182" cy="382516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29" b="-172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BED875-FA52-580E-82B3-037A794AE368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DB77-B8FE-EB26-C81B-F6965CAD4BE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9B1ABB1-5013-4845-9497-3F2262F12138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270E29-8715-E98B-FFCF-B432D01276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054A2E-1C1F-F052-7446-5A99D58918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4496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6826EF5-4CDE-24A5-FEBF-C0D95AA7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55648"/>
            <a:ext cx="6533071" cy="510235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575" r="-8575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9103" y="1755648"/>
            <a:ext cx="5146865" cy="4320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F90CF4-A139-8115-F339-74D946553E68}"/>
              </a:ext>
            </a:extLst>
          </p:cNvPr>
          <p:cNvCxnSpPr>
            <a:cxnSpLocks/>
          </p:cNvCxnSpPr>
          <p:nvPr userDrawn="1"/>
        </p:nvCxnSpPr>
        <p:spPr>
          <a:xfrm>
            <a:off x="6789103" y="6400800"/>
            <a:ext cx="514686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C75E-82F4-D9B6-0675-B0F42D3A04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91591" y="6400800"/>
            <a:ext cx="786384" cy="310896"/>
          </a:xfrm>
        </p:spPr>
        <p:txBody>
          <a:bodyPr/>
          <a:lstStyle/>
          <a:p>
            <a:fld id="{8EB6E7A1-5E89-46EB-94D0-CECAC5B046CB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5888D4F-CE5A-834A-C1D5-8A4925C9376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2FA34C-D279-6BF0-B211-CFA8B0064F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956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65E5F-94C0-E5C6-53EE-CF540653A05B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040F397-C7AE-739D-87EE-1DB3A2096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678936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3" y="1738360"/>
            <a:ext cx="3665219" cy="435154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44" r="-3904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5FCA13-15E1-C818-E833-2B4DE6E201DB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47032" y="1738360"/>
            <a:ext cx="7488935" cy="43991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89DD4-C33F-99D4-06DB-D937BC25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37AB9B7D-0030-4D0F-8A62-41EC33326DD9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31B11-FA62-7F0D-65C4-4A084A0848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AA9B8-B4AD-BB2A-D9CE-ED30521F7F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23645" y="6400800"/>
            <a:ext cx="311323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188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ED692A-CA25-FD41-1FDB-78D3E0CD7779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BA38D14-1193-112B-B1FF-5D61172B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678936" cy="18836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A44F12F6-B074-B1B7-B01F-D060692A76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3" y="2423160"/>
            <a:ext cx="3665219" cy="366674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031" r="-2503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89F869-6694-AE30-F1FB-1510556D55F4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BFCC9001-DC07-962B-AC1E-C821D81D66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47032" y="256033"/>
            <a:ext cx="7488935" cy="61447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2D470-3E75-C669-6D96-592CFC0E8D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FF5748AB-F62D-4E12-9129-F56D69071066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48351A-BDED-2CEA-564E-21EACCAA35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3C1F07-E24A-0699-299C-F94E51BA35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23645" y="6400800"/>
            <a:ext cx="311323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92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BCD5BD-D2F3-E355-6D20-39535A9394B4}"/>
              </a:ext>
            </a:extLst>
          </p:cNvPr>
          <p:cNvSpPr/>
          <p:nvPr userDrawn="1"/>
        </p:nvSpPr>
        <p:spPr>
          <a:xfrm>
            <a:off x="256032" y="256032"/>
            <a:ext cx="11679936" cy="46969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410201"/>
            <a:ext cx="10543032" cy="624082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lang="en-US" sz="1600" b="0" i="0" kern="1200" cap="all" spc="-1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598663"/>
            <a:ext cx="10543032" cy="4011705"/>
          </a:xfrm>
        </p:spPr>
        <p:txBody>
          <a:bodyPr tIns="27432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233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9C5576-4027-9337-1007-61B908A9B30E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13466-5B86-062E-A9A0-D86C6641E0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6354000-0FA6-4F2E-98A9-720AF2377F4A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28C55-24DF-86C3-0832-A059318770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73291-F2C4-5165-FC60-AFCC63EF34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69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3BA820-59C7-9F94-9ABF-8F04F810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200399"/>
            <a:ext cx="8030130" cy="609601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600" b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1">
            <a:extLst>
              <a:ext uri="{FF2B5EF4-FFF2-40B4-BE49-F238E27FC236}">
                <a16:creationId xmlns:a16="http://schemas.microsoft.com/office/drawing/2014/main" id="{677EFB8A-104B-8B77-7022-AA07B0567C0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6032" y="256036"/>
            <a:ext cx="11679936" cy="2944363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23300">
                <a:solidFill>
                  <a:schemeClr val="tx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118967-5E5D-1ADD-B88F-AA21A81BC724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A218F-A4DE-5658-02E1-76A9E800A4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DA340-38CB-4209-8E9A-CAC513667076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DECA5-D1A7-BAFB-8975-D60A9BAAD9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A52F-8924-D54F-E2B8-C9DD2D4B4C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9731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90B24C-DE36-1AE4-662F-8083A3F5ECBD}"/>
              </a:ext>
            </a:extLst>
          </p:cNvPr>
          <p:cNvSpPr/>
          <p:nvPr userDrawn="1"/>
        </p:nvSpPr>
        <p:spPr>
          <a:xfrm>
            <a:off x="256032" y="256031"/>
            <a:ext cx="11679936" cy="58887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329206"/>
            <a:ext cx="9762068" cy="1044885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005840"/>
            <a:ext cx="10543032" cy="3352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3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6E9EDA-529B-7374-B81D-EC6D8CF0F6FC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376DA-1A7F-1C1A-715A-902668088D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074835-0DF6-430E-A643-C1C132EAC951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2EDF8-C820-05D6-4787-F77D90539D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C7F75-D68E-89EB-FCE7-CD44EB4A7F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6291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DA9FE4-2A87-1ECB-AE13-9165E9CFC57D}"/>
              </a:ext>
            </a:extLst>
          </p:cNvPr>
          <p:cNvSpPr/>
          <p:nvPr userDrawn="1"/>
        </p:nvSpPr>
        <p:spPr>
          <a:xfrm>
            <a:off x="9552440" y="0"/>
            <a:ext cx="26395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BA589B-14AF-8E99-FFFA-64C9B9BAA1CE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899358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8">
            <a:extLst>
              <a:ext uri="{FF2B5EF4-FFF2-40B4-BE49-F238E27FC236}">
                <a16:creationId xmlns:a16="http://schemas.microsoft.com/office/drawing/2014/main" id="{1A07881E-FEFB-11F7-E665-482526DA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5583716"/>
            <a:ext cx="8990462" cy="422918"/>
          </a:xfrm>
        </p:spPr>
        <p:txBody>
          <a:bodyPr anchor="b">
            <a:noAutofit/>
          </a:bodyPr>
          <a:lstStyle>
            <a:lvl1pPr>
              <a:defRPr sz="2000" b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038D5A8-E24E-3EEB-ABD3-CE41B1A1ED4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6032" y="2430196"/>
            <a:ext cx="8990462" cy="3420064"/>
          </a:xfrm>
        </p:spPr>
        <p:txBody>
          <a:bodyPr anchor="b"/>
          <a:lstStyle>
            <a:lvl1pPr marL="0" indent="0">
              <a:buNone/>
              <a:defRPr sz="23300">
                <a:solidFill>
                  <a:schemeClr val="tx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9326C5-4FE1-71F6-CB44-0E76091341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B3D8E54-6D6C-41B5-8680-47D399034A55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B92D6D-68EF-DC53-2194-250A65FDE4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99744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1D559E-D296-5A7F-E691-051172DA65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57622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93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BCDEAA-9EB3-6DD4-A3B6-1F774241937B}"/>
              </a:ext>
            </a:extLst>
          </p:cNvPr>
          <p:cNvSpPr/>
          <p:nvPr userDrawn="1"/>
        </p:nvSpPr>
        <p:spPr>
          <a:xfrm>
            <a:off x="1241211" y="1246948"/>
            <a:ext cx="9709578" cy="37060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19300" y="1635936"/>
            <a:ext cx="8153401" cy="2909472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90000"/>
              </a:lnSpc>
              <a:buNone/>
              <a:defRPr sz="36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90000"/>
              </a:lnSpc>
              <a:buNone/>
              <a:defRPr sz="32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90000"/>
              </a:lnSpc>
              <a:buNone/>
              <a:defRPr sz="28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832611-AFFE-C0D3-7EC5-C0A602B6D6F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C5443-6128-C170-EB66-08EDAA5E97E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D3BC03-11C7-423B-8B0F-47424BAB6596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F515C-6A3D-076E-5CA9-3D26BD748C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DA920-8B2A-6ACC-EFEC-99791C5ABB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93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6032" y="256034"/>
            <a:ext cx="8036234" cy="484936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48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E2624C-D7DB-2D22-03E8-ADBE4532F14B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D3D0E-B840-954D-3F30-415E65D95F4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9B86FE84-7738-4957-9F2B-2D81D79E4FFF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78AD-DA55-4FE5-03AB-ABB543E533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B575A-AD99-965D-55B8-2DDDB38C33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807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849D14-D7C0-ABC2-6A3E-B09EAF315185}"/>
              </a:ext>
            </a:extLst>
          </p:cNvPr>
          <p:cNvSpPr/>
          <p:nvPr userDrawn="1"/>
        </p:nvSpPr>
        <p:spPr>
          <a:xfrm>
            <a:off x="0" y="0"/>
            <a:ext cx="12192000" cy="49529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271090-71B1-ADAE-86F3-A1810202360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A7F720A-3147-3D23-362D-0F08357DE7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1124" y="609589"/>
            <a:ext cx="10969752" cy="3733800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90000"/>
              </a:lnSpc>
              <a:buNone/>
              <a:defRPr sz="48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6B2E3-A22A-C940-E9C4-449BB4B2C7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7DEFDD-EB76-403A-B22B-73323B21FC7B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9172B-25EE-D488-FBDE-E6B84F2DD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529A5-9C82-76BF-D43B-AE46A420CE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8039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849D14-D7C0-ABC2-6A3E-B09EAF315185}"/>
              </a:ext>
            </a:extLst>
          </p:cNvPr>
          <p:cNvSpPr/>
          <p:nvPr userDrawn="1"/>
        </p:nvSpPr>
        <p:spPr>
          <a:xfrm flipV="1">
            <a:off x="0" y="4952979"/>
            <a:ext cx="12192000" cy="1905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A7F720A-3147-3D23-362D-0F08357DE7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1124" y="609589"/>
            <a:ext cx="10969752" cy="3733800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90000"/>
              </a:lnSpc>
              <a:buNone/>
              <a:defRPr sz="48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271090-71B1-ADAE-86F3-A1810202360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79FA-DBC3-C6EE-245D-913BE2A2FCC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F66299-DB36-4878-A61C-7B025D03D1B0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16183-FF34-EA68-A1DB-C171B675A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11D6A-D1D7-CD4E-6747-ADF6E77983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5921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C498BB1-FD53-94D3-0362-95613CC5F80A}"/>
              </a:ext>
            </a:extLst>
          </p:cNvPr>
          <p:cNvSpPr/>
          <p:nvPr userDrawn="1"/>
        </p:nvSpPr>
        <p:spPr>
          <a:xfrm>
            <a:off x="256032" y="256031"/>
            <a:ext cx="11679936" cy="58887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F483FC-71B5-418B-A7F7-B126F1CD8A7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809242"/>
            <a:ext cx="10972800" cy="478231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2659-BA84-B43E-95E3-BA05E9A6D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575E21-BFA8-446C-8793-AC767CEBEA89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1E7D5-8F15-9BD9-2BD8-E2783DD06D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38181-72A2-3D92-ADB3-0322B089AF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091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310D054-6ECE-FF76-B50E-31C511B63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" y="256033"/>
            <a:ext cx="46207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6800" y="2514600"/>
            <a:ext cx="7059168" cy="358140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F293C3-5307-525C-DE37-C325615F0EA4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CA818-8EF5-B2EC-E49E-5D683E260D0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470CD2-0337-446C-BA7F-FE7052B0CB78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21077-A103-C8A6-17CA-69D8A0274B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2E07C-AD66-B9F5-3136-6AEE2734C2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0740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EB77A3-6D27-C24C-0811-4C73A6B1E2B5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4164BEA-C9B5-2D25-C283-44A8E1492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" y="256033"/>
            <a:ext cx="37063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0899AD-BCF0-1C8C-E63C-116DF785E6B0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6800" y="1447800"/>
            <a:ext cx="6270296" cy="4804079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55F31-ACD3-5FBC-68CD-7303F35157C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A494B1-9506-4C11-8CB3-E5AEB7E168E0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03F1F2-84CC-6A20-ED63-8444D5EFB0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F71FB-9AC0-42B9-1BF6-B9E7245386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CA2633-8637-B799-0018-6630C0C6D854}"/>
              </a:ext>
            </a:extLst>
          </p:cNvPr>
          <p:cNvSpPr txBox="1">
            <a:spLocks/>
          </p:cNvSpPr>
          <p:nvPr userDrawn="1"/>
        </p:nvSpPr>
        <p:spPr>
          <a:xfrm>
            <a:off x="256032" y="6400800"/>
            <a:ext cx="582168" cy="310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5CEC88-C3F2-4845-8C1B-309BAC5B01F4}" type="datetime1">
              <a:rPr lang="en-US" smtClean="0"/>
              <a:pPr/>
              <a:t>5/24/2026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77B828-AA8F-7809-30D3-F5F649BC92BE}"/>
              </a:ext>
            </a:extLst>
          </p:cNvPr>
          <p:cNvSpPr txBox="1">
            <a:spLocks/>
          </p:cNvSpPr>
          <p:nvPr userDrawn="1"/>
        </p:nvSpPr>
        <p:spPr>
          <a:xfrm>
            <a:off x="1697736" y="6400800"/>
            <a:ext cx="1668105" cy="3082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Heartland Presentation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3A89C2-D776-D50E-4FA6-C7B2F98CB33F}"/>
              </a:ext>
            </a:extLst>
          </p:cNvPr>
          <p:cNvSpPr txBox="1">
            <a:spLocks/>
          </p:cNvSpPr>
          <p:nvPr userDrawn="1"/>
        </p:nvSpPr>
        <p:spPr>
          <a:xfrm>
            <a:off x="3621873" y="6400800"/>
            <a:ext cx="313095" cy="3082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98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AB6FF5-CF9D-2886-1AB3-7FA0F5B27468}"/>
              </a:ext>
            </a:extLst>
          </p:cNvPr>
          <p:cNvSpPr/>
          <p:nvPr userDrawn="1"/>
        </p:nvSpPr>
        <p:spPr>
          <a:xfrm>
            <a:off x="256032" y="256032"/>
            <a:ext cx="11679936" cy="4696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B6FA8B-0995-4E66-27FB-095DD494D3F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05206E7-F9EC-808B-369E-FB2D37D7F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2816" y="5410201"/>
            <a:ext cx="3706368" cy="624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 b="1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322632E-C6AA-A8D3-59DC-E8DAC193335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5887" y="901338"/>
            <a:ext cx="9560226" cy="340635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A073C0-FDCB-23A6-6717-07610BDF0D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69B601-C24C-4288-9F0A-D27719F49307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8174B-BB28-DAB0-C56B-0CF1A6D349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38FCA-CC86-BCB0-36A7-0DB990CBDB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4898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C298B6E-5FAF-F473-DCA8-930F85E5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56032" y="1825625"/>
            <a:ext cx="570461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357" y="1825625"/>
            <a:ext cx="570461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06F7F5-E67D-5CAE-28E2-755E36C20CEF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26292-DB7E-16E7-7D3D-6042D3E959A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E16750A-767E-49B1-9108-466C35B328DF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4CF5-3AD5-7B49-56B0-63F856EC4CE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10C67-8EA7-07ED-7205-744CA67303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123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E79CCB6-225F-D26F-0E52-312554B0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54" y="1685735"/>
            <a:ext cx="570459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56031" y="2387600"/>
            <a:ext cx="5704613" cy="37861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1281" y="1685735"/>
            <a:ext cx="5704613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355" y="2387600"/>
            <a:ext cx="5704613" cy="37861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CAC581-0D83-0DCD-C9E4-83C582ECCE3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2F722-ADE9-1A53-4971-5872F1D2D69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3E1604E-C4D5-48F9-984C-23D30D9B14A0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733D5-1F42-8D23-4BC9-2C93748DEF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FA8872-9E11-7692-DD53-1511435BDB6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254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BB18EB7-75F0-A8AF-F6FD-9C0B2F0D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118E72-2F64-5C05-2511-7501E3126316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CC70C-02A1-E1FD-9D96-431F7939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888C-DF23-491F-A7A5-D9727D8664BB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73F4D-6766-4D9E-3EE4-B4239BA4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CFD45-72E6-A282-D658-2C5E2CF5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8138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4A79D8-2B15-2480-A981-F54FEC31458F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EE547-C737-473E-39C9-6F63B8F9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713-6171-497A-AF57-E6F504EDDBDD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A3F51-C4AB-334D-5F50-02CF302B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BAEE5-1522-7E8C-DE31-3B6AE2A8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5529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811C2E-734F-189A-A119-004E17C761B3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8A25282-BD95-EF80-1011-D26A927C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7063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498F21-2FB9-5F1A-B9F3-7F69FDF1D1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6032" y="2590545"/>
            <a:ext cx="3706368" cy="349910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806" r="-20806"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5A011-E33A-5F10-7E13-7312AABE49DA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032" y="2590800"/>
            <a:ext cx="7488936" cy="349910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2EE44-D5C2-5CC5-3129-DEA900D3083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C3F84EFB-7548-4FF6-90EA-B8EEB931BAF2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54F2-7A97-4F3A-D01D-5EAACFD6C3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DB98D-8ABD-7B85-B231-4FD879B1DF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621873" y="6400800"/>
            <a:ext cx="313095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200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72FFCF-56DE-90C0-6E65-42FC0F2F2796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E41637E-8958-A209-7B64-3BF2D22E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7063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36D8A8-C269-DFF6-7979-605E7D572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2590800"/>
            <a:ext cx="3706368" cy="3499105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B56738-6D2A-B1CC-B73E-39F4D453A71B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13191A8-E2CE-5C79-747B-2A7EB1E669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47032" y="256032"/>
            <a:ext cx="7488936" cy="6345936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553" r="-1355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3EC4B-4C15-F94B-D839-AA828386FEF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C7489285-E026-416E-87D5-218D341B7CB9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A26DF-FBB7-2F45-64C1-8B5F0669D8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0AB8E-3AA6-1309-D312-23680EC5A6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621873" y="6400800"/>
            <a:ext cx="313095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6212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4CA1DE-6BC4-BF68-A540-7FD29F09DC6A}"/>
              </a:ext>
            </a:extLst>
          </p:cNvPr>
          <p:cNvSpPr/>
          <p:nvPr userDrawn="1"/>
        </p:nvSpPr>
        <p:spPr>
          <a:xfrm flipV="1"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1D9BF0F4-8550-7378-9CFA-18E61D92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6032" y="2895600"/>
            <a:ext cx="11679936" cy="1485900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A2515E-7C42-6224-79AA-08D4FC358C39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7C75E-E10A-33B6-90A4-3304DFD25C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07663F6-2E9D-40D2-9308-7156310E868A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9437C-BE74-BED9-110F-B2FD512E18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E9D27-46C9-7B36-3D66-77A234725F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743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985FAF-0BCB-9E15-E8F8-9BFB42D543E9}"/>
              </a:ext>
            </a:extLst>
          </p:cNvPr>
          <p:cNvSpPr/>
          <p:nvPr userDrawn="1"/>
        </p:nvSpPr>
        <p:spPr>
          <a:xfrm>
            <a:off x="5001768" y="2323698"/>
            <a:ext cx="6934200" cy="38485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578FFEA-3B08-2976-0620-537D6982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2"/>
            <a:ext cx="4745737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9AB1706-CD25-7131-6EC1-0BD1ED72293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611368" y="2647745"/>
            <a:ext cx="5715000" cy="3200399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CA847C-AD0A-D71A-B6B9-D2DB4C2585F9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4A3B9-E6B5-B58D-9FBC-3CBCD7AE5D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7DFB21-6363-4F84-A5B1-4D9BA020EA32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68B08A9-EF68-979D-D046-9D022AEE5A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6A5149E-AA1A-971C-BE88-455252523B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0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" y="1629786"/>
            <a:ext cx="1167993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6032" y="6400800"/>
            <a:ext cx="786384" cy="31089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6045011-62C1-4BEA-AA0F-B8C3897F9FD9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86162" y="6400800"/>
            <a:ext cx="2642616" cy="30828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00800"/>
            <a:ext cx="788872" cy="308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D550D4C-7310-48EB-AB4A-11C1BDEC92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9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63" r:id="rId41"/>
    <p:sldLayoutId id="2147483764" r:id="rId42"/>
    <p:sldLayoutId id="2147483765" r:id="rId43"/>
    <p:sldLayoutId id="2147483766" r:id="rId44"/>
    <p:sldLayoutId id="2147483767" r:id="rId45"/>
    <p:sldLayoutId id="2147483768" r:id="rId46"/>
    <p:sldLayoutId id="2147483769" r:id="rId47"/>
    <p:sldLayoutId id="2147483770" r:id="rId48"/>
    <p:sldLayoutId id="2147483771" r:id="rId49"/>
    <p:sldLayoutId id="2147483772" r:id="rId50"/>
    <p:sldLayoutId id="2147483773" r:id="rId51"/>
    <p:sldLayoutId id="2147483774" r:id="rId52"/>
    <p:sldLayoutId id="2147483775" r:id="rId53"/>
    <p:sldLayoutId id="2147483776" r:id="rId54"/>
    <p:sldLayoutId id="2147483777" r:id="rId55"/>
    <p:sldLayoutId id="2147483778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000" b="1" i="0" kern="1200" cap="all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  <p15:guide id="21" pos="7296">
          <p15:clr>
            <a:srgbClr val="F26B43"/>
          </p15:clr>
        </p15:guide>
        <p15:guide id="22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5F20-056C-B537-1831-0063E41B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A padlock on a circuit board&#10;&#10;AI-generated content may be incorrect.">
            <a:extLst>
              <a:ext uri="{FF2B5EF4-FFF2-40B4-BE49-F238E27FC236}">
                <a16:creationId xmlns:a16="http://schemas.microsoft.com/office/drawing/2014/main" id="{419A724F-5520-03B7-B25F-0BA1E1EA8F9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3274" r="20345" b="-1"/>
          <a:stretch>
            <a:fillRect/>
          </a:stretch>
        </p:blipFill>
        <p:spPr>
          <a:xfrm>
            <a:off x="4475787" y="256032"/>
            <a:ext cx="7488936" cy="6345936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9355E25-57E0-8201-75C6-86C33ABD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391844"/>
            <a:ext cx="3706368" cy="1191768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Server Applications for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>
                <a:ea typeface="+mj-lt"/>
                <a:cs typeface="+mj-lt"/>
              </a:rPr>
              <a:t>CSV Sync &amp; Web Security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84960-D1B1-202B-CAF1-BCC61E1FF596}"/>
              </a:ext>
            </a:extLst>
          </p:cNvPr>
          <p:cNvSpPr txBox="1"/>
          <p:nvPr/>
        </p:nvSpPr>
        <p:spPr>
          <a:xfrm>
            <a:off x="250638" y="3297567"/>
            <a:ext cx="279521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Group Members: </a:t>
            </a:r>
            <a:endParaRPr lang="en-US" b="1" dirty="0"/>
          </a:p>
          <a:p>
            <a:r>
              <a:rPr lang="en-US" b="1">
                <a:ea typeface="+mn-lt"/>
                <a:cs typeface="+mn-lt"/>
              </a:rPr>
              <a:t>- Abdul Haseeb</a:t>
            </a:r>
            <a:endParaRPr lang="en-US" b="1" dirty="0"/>
          </a:p>
          <a:p>
            <a:r>
              <a:rPr lang="en-US" b="1">
                <a:ea typeface="+mn-lt"/>
                <a:cs typeface="+mn-lt"/>
              </a:rPr>
              <a:t>- Md Monirul Haque Arnob</a:t>
            </a:r>
            <a:endParaRPr lang="en-US" b="1" dirty="0"/>
          </a:p>
          <a:p>
            <a:r>
              <a:rPr lang="en-US" b="1">
                <a:ea typeface="+mn-lt"/>
                <a:cs typeface="+mn-lt"/>
              </a:rPr>
              <a:t>- Azwad Abir</a:t>
            </a:r>
            <a:endParaRPr lang="en-US" b="1" dirty="0"/>
          </a:p>
          <a:p>
            <a:r>
              <a:rPr lang="en-US" b="1" dirty="0">
                <a:ea typeface="+mn-lt"/>
                <a:cs typeface="+mn-lt"/>
              </a:rPr>
              <a:t>- </a:t>
            </a:r>
            <a:r>
              <a:rPr lang="en-US" b="1" dirty="0" err="1">
                <a:ea typeface="+mn-lt"/>
                <a:cs typeface="+mn-lt"/>
              </a:rPr>
              <a:t>Thevindu</a:t>
            </a:r>
            <a:endParaRPr lang="en-US" b="1" dirty="0"/>
          </a:p>
          <a:p>
            <a:r>
              <a:rPr lang="en-US" b="1">
                <a:ea typeface="+mn-lt"/>
                <a:cs typeface="+mn-lt"/>
              </a:rPr>
              <a:t>Unit: COIT13240 Applied Cryptography</a:t>
            </a:r>
            <a:endParaRPr lang="en-US" b="1" dirty="0"/>
          </a:p>
          <a:p>
            <a:endParaRPr lang="en-US" b="1" dirty="0"/>
          </a:p>
          <a:p>
            <a:r>
              <a:rPr lang="en-US" b="1">
                <a:ea typeface="+mn-lt"/>
                <a:cs typeface="+mn-lt"/>
              </a:rPr>
              <a:t>Date: 25-05-2026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530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FBA9-1135-0840-E9B4-73E3D3AB2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56973"/>
            <a:ext cx="7312154" cy="3124201"/>
          </a:xfrm>
        </p:spPr>
        <p:txBody>
          <a:bodyPr anchor="t">
            <a:normAutofit/>
          </a:bodyPr>
          <a:lstStyle/>
          <a:p>
            <a:r>
              <a:rPr lang="en-US" b="0"/>
              <a:t>          Project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7473E-E99F-35DE-471E-C28B6D66F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3680605"/>
            <a:ext cx="7312154" cy="34965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#CSV Secure File Sync (Python, HTTP + crypto)</a:t>
            </a:r>
          </a:p>
          <a:p>
            <a:pPr>
              <a:lnSpc>
                <a:spcPct val="110000"/>
              </a:lnSpc>
            </a:pPr>
            <a:r>
              <a:rPr lang="en-US"/>
              <a:t>#Secure Web App (Apache HTTPS – secure vs insecure)</a:t>
            </a:r>
          </a:p>
          <a:p>
            <a:pPr>
              <a:lnSpc>
                <a:spcPct val="110000"/>
              </a:lnSpc>
            </a:pPr>
            <a:endParaRPr lang="en-US" b="1"/>
          </a:p>
          <a:p>
            <a:pPr>
              <a:lnSpc>
                <a:spcPct val="110000"/>
              </a:lnSpc>
            </a:pPr>
            <a:r>
              <a:rPr lang="en-US" b="1"/>
              <a:t>##Goal: Encrypt, Upload, Decrypt, </a:t>
            </a:r>
            <a:r>
              <a:rPr lang="en-US" b="1" err="1"/>
              <a:t>Analyse</a:t>
            </a:r>
            <a:r>
              <a:rPr lang="en-US" b="1"/>
              <a:t>, Capture packets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/>
              <a:t>##Real internet hosts (cloud VMs), not just virtual machines</a:t>
            </a:r>
            <a:endParaRPr lang="en-US" b="1" dirty="0"/>
          </a:p>
          <a:p>
            <a:pPr>
              <a:lnSpc>
                <a:spcPct val="110000"/>
              </a:lnSpc>
            </a:pP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3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5A6AE8A-4973-2434-BB54-66A11A397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9" y="2717608"/>
            <a:ext cx="5035353" cy="1230991"/>
          </a:xfrm>
        </p:spPr>
        <p:txBody>
          <a:bodyPr/>
          <a:lstStyle/>
          <a:p>
            <a:r>
              <a:rPr lang="en-US" dirty="0"/>
              <a:t>System Setup </a:t>
            </a:r>
            <a:r>
              <a:rPr lang="en-US"/>
              <a:t>(Diagram)</a:t>
            </a:r>
          </a:p>
        </p:txBody>
      </p:sp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884B1666-5FFD-8EB1-FDDE-2A68CFA67D3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506919" y="271780"/>
            <a:ext cx="5386490" cy="6147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3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0004-233F-1FE0-314D-05C043639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89" y="299164"/>
            <a:ext cx="4745737" cy="1230991"/>
          </a:xfrm>
        </p:spPr>
        <p:txBody>
          <a:bodyPr anchor="t">
            <a:normAutofit/>
          </a:bodyPr>
          <a:lstStyle/>
          <a:p>
            <a:r>
              <a:rPr lang="en-US"/>
              <a:t>CSV Secure </a:t>
            </a:r>
            <a:r>
              <a:rPr lang="en-US" dirty="0"/>
              <a:t>File Sync – Design Choices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59E03-4F7C-615C-636C-00E2B80415E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82613" y="2849028"/>
            <a:ext cx="5715000" cy="28697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Protocol: HTTP + custom headers</a:t>
            </a:r>
          </a:p>
          <a:p>
            <a:r>
              <a:rPr lang="en-US" b="1"/>
              <a:t>Symmetric ciphers</a:t>
            </a:r>
          </a:p>
          <a:p>
            <a:r>
              <a:rPr lang="en-US" b="1"/>
              <a:t>Key exchange: Diffie-Hellman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164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C589-7B6B-AF7D-9EE3-5859BC814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706368" cy="1191768"/>
          </a:xfrm>
        </p:spPr>
        <p:txBody>
          <a:bodyPr anchor="t">
            <a:normAutofit/>
          </a:bodyPr>
          <a:lstStyle/>
          <a:p>
            <a:r>
              <a:rPr lang="en-US"/>
              <a:t>CSV App – Commands &amp; Workflow</a:t>
            </a:r>
          </a:p>
        </p:txBody>
      </p:sp>
      <p:pic>
        <p:nvPicPr>
          <p:cNvPr id="4" name="Picture Placeholder 3" descr="A credit card on a computer&#10;&#10;AI-generated content may be incorrect.">
            <a:extLst>
              <a:ext uri="{FF2B5EF4-FFF2-40B4-BE49-F238E27FC236}">
                <a16:creationId xmlns:a16="http://schemas.microsoft.com/office/drawing/2014/main" id="{6B992BAF-6CAD-BC02-B06E-728B68814F5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8415" r="18414" b="-1"/>
          <a:stretch>
            <a:fillRect/>
          </a:stretch>
        </p:blipFill>
        <p:spPr>
          <a:xfrm>
            <a:off x="256033" y="1709605"/>
            <a:ext cx="3665219" cy="435154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CD981-A3CA-D4F4-05B8-A34E0EC76E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47032" y="1738360"/>
            <a:ext cx="7488935" cy="439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/>
              <a:t>Client CLI:</a:t>
            </a:r>
            <a:endParaRPr lang="en-US" sz="1600" b="1" dirty="0"/>
          </a:p>
          <a:p>
            <a:r>
              <a:rPr lang="en-US" sz="1600" b="1"/>
              <a:t>encrypt file.csv</a:t>
            </a:r>
            <a:endParaRPr lang="en-US" sz="1600" b="1" dirty="0"/>
          </a:p>
          <a:p>
            <a:r>
              <a:rPr lang="en-US" sz="1600" b="1" dirty="0"/>
              <a:t>decrypt </a:t>
            </a:r>
            <a:r>
              <a:rPr lang="en-US" sz="1600" b="1" dirty="0" err="1"/>
              <a:t>file.csv.enc</a:t>
            </a:r>
            <a:endParaRPr lang="en-US" sz="1600" b="1" dirty="0"/>
          </a:p>
          <a:p>
            <a:r>
              <a:rPr lang="en-US" sz="1600" b="1" dirty="0"/>
              <a:t>upload </a:t>
            </a:r>
            <a:r>
              <a:rPr lang="en-US" sz="1600" b="1" dirty="0" err="1"/>
              <a:t>file.csv.enc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/>
              <a:t>Server CLI:</a:t>
            </a:r>
            <a:endParaRPr lang="en-US" sz="1600" b="1" dirty="0"/>
          </a:p>
          <a:p>
            <a:r>
              <a:rPr lang="en-US" sz="1600" b="1"/>
              <a:t>report (decrypts all received CSVs)</a:t>
            </a:r>
          </a:p>
        </p:txBody>
      </p:sp>
    </p:spTree>
    <p:extLst>
      <p:ext uri="{BB962C8B-B14F-4D97-AF65-F5344CB8AC3E}">
        <p14:creationId xmlns:p14="http://schemas.microsoft.com/office/powerpoint/2010/main" val="123055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BD7E-0551-B811-6A4A-F633D919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706368" cy="1191768"/>
          </a:xfrm>
        </p:spPr>
        <p:txBody>
          <a:bodyPr anchor="t">
            <a:normAutofit/>
          </a:bodyPr>
          <a:lstStyle/>
          <a:p>
            <a:r>
              <a:rPr lang="en-US"/>
              <a:t>CSV App – Planned Crypto</a:t>
            </a:r>
          </a:p>
        </p:txBody>
      </p:sp>
      <p:graphicFrame>
        <p:nvGraphicFramePr>
          <p:cNvPr id="188" name="Content Placeholder 181">
            <a:extLst>
              <a:ext uri="{FF2B5EF4-FFF2-40B4-BE49-F238E27FC236}">
                <a16:creationId xmlns:a16="http://schemas.microsoft.com/office/drawing/2014/main" id="{7B8E1317-6DA2-1284-36D5-9DF1358DA29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27756640"/>
              </p:ext>
            </p:extLst>
          </p:nvPr>
        </p:nvGraphicFramePr>
        <p:xfrm>
          <a:off x="4876800" y="1447800"/>
          <a:ext cx="6270296" cy="4804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759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F832-0161-C6CD-CBCA-E905E632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</p:spPr>
        <p:txBody>
          <a:bodyPr anchor="t">
            <a:normAutofit/>
          </a:bodyPr>
          <a:lstStyle/>
          <a:p>
            <a:r>
              <a:rPr lang="en-US" b="0">
                <a:solidFill>
                  <a:schemeClr val="bg1"/>
                </a:solidFill>
                <a:highlight>
                  <a:srgbClr val="151517"/>
                </a:highlight>
              </a:rPr>
              <a:t>Web App – Planned Configs</a:t>
            </a:r>
            <a:endParaRPr lang="en-US" b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9E8348-EC12-62C1-7719-180C52D6D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7949688"/>
              </p:ext>
            </p:extLst>
          </p:nvPr>
        </p:nvGraphicFramePr>
        <p:xfrm>
          <a:off x="256032" y="1629786"/>
          <a:ext cx="11679936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76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FA8C-A4EB-DC49-0949-CFA373385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376918" cy="2078933"/>
          </a:xfrm>
        </p:spPr>
        <p:txBody>
          <a:bodyPr anchor="t">
            <a:normAutofit/>
          </a:bodyPr>
          <a:lstStyle/>
          <a:p>
            <a:r>
              <a:rPr lang="en-US" dirty="0"/>
              <a:t>Web App </a:t>
            </a:r>
            <a:br>
              <a:rPr lang="en-US" dirty="0"/>
            </a:br>
            <a:r>
              <a:rPr lang="en-US"/>
              <a:t>Planned Tests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40A3A9-14BB-3EAE-307D-4FDB12F9691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653610509"/>
              </p:ext>
            </p:extLst>
          </p:nvPr>
        </p:nvGraphicFramePr>
        <p:xfrm>
          <a:off x="4162468" y="256031"/>
          <a:ext cx="7773500" cy="6334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614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9FF4-B9F0-FF2A-8800-31FDB8F67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11679936" cy="794078"/>
          </a:xfrm>
        </p:spPr>
        <p:txBody>
          <a:bodyPr anchor="t">
            <a:normAutofit/>
          </a:bodyPr>
          <a:lstStyle/>
          <a:p>
            <a:r>
              <a:rPr lang="en-US"/>
              <a:t>Reflection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B068F90-BB93-EE81-8D50-15EE2E7ADD5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57725643"/>
              </p:ext>
            </p:extLst>
          </p:nvPr>
        </p:nvGraphicFramePr>
        <p:xfrm>
          <a:off x="612648" y="1687865"/>
          <a:ext cx="10966703" cy="4009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99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A3CD-C610-8A05-0467-DC6B2A7EE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410201"/>
            <a:ext cx="10543032" cy="624082"/>
          </a:xfrm>
        </p:spPr>
        <p:txBody>
          <a:bodyPr anchor="ctr"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3CD41-9FA6-A3B6-C936-72810185EB3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22448131"/>
              </p:ext>
            </p:extLst>
          </p:nvPr>
        </p:nvGraphicFramePr>
        <p:xfrm>
          <a:off x="822960" y="598663"/>
          <a:ext cx="10543032" cy="4011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9039540"/>
      </p:ext>
    </p:extLst>
  </p:cSld>
  <p:clrMapOvr>
    <a:masterClrMapping/>
  </p:clrMapOvr>
</p:sld>
</file>

<file path=ppt/theme/theme1.xml><?xml version="1.0" encoding="utf-8"?>
<a:theme xmlns:a="http://schemas.openxmlformats.org/drawingml/2006/main" name="Heartland dreamer">
  <a:themeElements>
    <a:clrScheme name="Custom 83">
      <a:dk1>
        <a:srgbClr val="3C322C"/>
      </a:dk1>
      <a:lt1>
        <a:sysClr val="window" lastClr="FFFFFF"/>
      </a:lt1>
      <a:dk2>
        <a:srgbClr val="000000"/>
      </a:dk2>
      <a:lt2>
        <a:srgbClr val="E8E8E8"/>
      </a:lt2>
      <a:accent1>
        <a:srgbClr val="C1B6A4"/>
      </a:accent1>
      <a:accent2>
        <a:srgbClr val="F2EFEC"/>
      </a:accent2>
      <a:accent3>
        <a:srgbClr val="E3DDDA"/>
      </a:accent3>
      <a:accent4>
        <a:srgbClr val="C3BAA9"/>
      </a:accent4>
      <a:accent5>
        <a:srgbClr val="E8E2D8"/>
      </a:accent5>
      <a:accent6>
        <a:srgbClr val="8D8078"/>
      </a:accent6>
      <a:hlink>
        <a:srgbClr val="467886"/>
      </a:hlink>
      <a:folHlink>
        <a:srgbClr val="96607D"/>
      </a:folHlink>
    </a:clrScheme>
    <a:fontScheme name="Custom 103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rtland Dreamer_win32_LW_V6" id="{FC85973C-5BB6-4F19-89AD-0D9F2EFE4211}" vid="{30CC35F9-3011-4B60-AB60-805FE93BCC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3C7AED-0012-46FA-9D94-32A94FCFC643}">
  <ds:schemaRefs>
    <ds:schemaRef ds:uri="http://schemas.microsoft.com/office/infopath/2007/PartnerControls"/>
    <ds:schemaRef ds:uri="http://purl.org/dc/terms/"/>
    <ds:schemaRef ds:uri="71af3243-3dd4-4a8d-8c0d-dd76da1f02a5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230e9df3-be65-4c73-a93b-d1236ebd677e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94E715A-E89E-4D2B-BDA6-D6593AD9E0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D65C96-2745-45F3-80B6-7D65B2E448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Heartland dreamer</vt:lpstr>
      <vt:lpstr>Server Applications for CSV Sync &amp; Web Security</vt:lpstr>
      <vt:lpstr>          Project Overview</vt:lpstr>
      <vt:lpstr>System Setup (Diagram)</vt:lpstr>
      <vt:lpstr>CSV Secure File Sync – Design Choices </vt:lpstr>
      <vt:lpstr>CSV App – Commands &amp; Workflow</vt:lpstr>
      <vt:lpstr>CSV App – Planned Crypto</vt:lpstr>
      <vt:lpstr>Web App – Planned Configs</vt:lpstr>
      <vt:lpstr>Web App  Planned Tests</vt:lpstr>
      <vt:lpstr>Reflection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2026-05-24T07:16:53Z</dcterms:created>
  <dcterms:modified xsi:type="dcterms:W3CDTF">2026-05-24T08:49:55Z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